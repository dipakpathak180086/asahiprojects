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5"/>
  </p:notesMasterIdLst>
  <p:handoutMasterIdLst>
    <p:handoutMasterId r:id="rId6"/>
  </p:handoutMasterIdLst>
  <p:sldIdLst>
    <p:sldId id="1136" r:id="rId2"/>
    <p:sldId id="1137" r:id="rId3"/>
    <p:sldId id="113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768" userDrawn="1">
          <p15:clr>
            <a:srgbClr val="A4A3A4"/>
          </p15:clr>
        </p15:guide>
        <p15:guide id="2" pos="5784" userDrawn="1">
          <p15:clr>
            <a:srgbClr val="A4A3A4"/>
          </p15:clr>
        </p15:guide>
        <p15:guide id="3" pos="1032" userDrawn="1">
          <p15:clr>
            <a:srgbClr val="A4A3A4"/>
          </p15:clr>
        </p15:guide>
        <p15:guide id="4" orient="horz" pos="2160" userDrawn="1">
          <p15:clr>
            <a:srgbClr val="A4A3A4"/>
          </p15:clr>
        </p15:guide>
        <p15:guide id="6" pos="336" userDrawn="1">
          <p15:clr>
            <a:srgbClr val="A4A3A4"/>
          </p15:clr>
        </p15:guide>
        <p15:guide id="7" pos="2208" userDrawn="1">
          <p15:clr>
            <a:srgbClr val="A4A3A4"/>
          </p15:clr>
        </p15:guide>
        <p15:guide id="8" orient="horz" pos="3744" userDrawn="1">
          <p15:clr>
            <a:srgbClr val="A4A3A4"/>
          </p15:clr>
        </p15:guide>
        <p15:guide id="10" pos="3840" userDrawn="1">
          <p15:clr>
            <a:srgbClr val="A4A3A4"/>
          </p15:clr>
        </p15:guide>
        <p15:guide id="11" orient="horz" pos="3336" userDrawn="1">
          <p15:clr>
            <a:srgbClr val="A4A3A4"/>
          </p15:clr>
        </p15:guide>
        <p15:guide id="12" pos="1536" userDrawn="1">
          <p15:clr>
            <a:srgbClr val="A4A3A4"/>
          </p15:clr>
        </p15:guide>
        <p15:guide id="13" orient="horz" pos="1728" userDrawn="1">
          <p15:clr>
            <a:srgbClr val="A4A3A4"/>
          </p15:clr>
        </p15:guide>
        <p15:guide id="14" pos="1104" userDrawn="1">
          <p15:clr>
            <a:srgbClr val="A4A3A4"/>
          </p15:clr>
        </p15:guide>
        <p15:guide id="15" pos="5785">
          <p15:clr>
            <a:srgbClr val="A4A3A4"/>
          </p15:clr>
        </p15:guide>
        <p15:guide id="16" pos="1033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EC" initials="A" lastIdx="0" clrIdx="0">
    <p:extLst/>
  </p:cmAuthor>
  <p:cmAuthor id="2" name="Ambika Parambath" initials="AP" lastIdx="11" clrIdx="1">
    <p:extLst/>
  </p:cmAuthor>
  <p:cmAuthor id="3" name="INBANDSSF000" initials="I" lastIdx="8" clrIdx="2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9FF99"/>
    <a:srgbClr val="FFFFCC"/>
    <a:srgbClr val="FFCC99"/>
    <a:srgbClr val="635F7D"/>
    <a:srgbClr val="D5F9ED"/>
    <a:srgbClr val="C1B2D4"/>
    <a:srgbClr val="ACC7DA"/>
    <a:srgbClr val="FBFBFB"/>
    <a:srgbClr val="808080"/>
    <a:srgbClr val="CCAC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68" autoAdjust="0"/>
    <p:restoredTop sz="98847" autoAdjust="0"/>
  </p:normalViewPr>
  <p:slideViewPr>
    <p:cSldViewPr snapToGrid="0">
      <p:cViewPr>
        <p:scale>
          <a:sx n="70" d="100"/>
          <a:sy n="70" d="100"/>
        </p:scale>
        <p:origin x="-828" y="-162"/>
      </p:cViewPr>
      <p:guideLst>
        <p:guide orient="horz" pos="768"/>
        <p:guide orient="horz" pos="2160"/>
        <p:guide orient="horz" pos="3744"/>
        <p:guide orient="horz" pos="3336"/>
        <p:guide orient="horz" pos="1728"/>
        <p:guide pos="5784"/>
        <p:guide pos="1032"/>
        <p:guide pos="336"/>
        <p:guide pos="2208"/>
        <p:guide pos="3840"/>
        <p:guide pos="1536"/>
        <p:guide pos="1104"/>
        <p:guide pos="5785"/>
        <p:guide pos="10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5" d="100"/>
        <a:sy n="25" d="100"/>
      </p:scale>
      <p:origin x="0" y="0"/>
    </p:cViewPr>
  </p:notesTextViewPr>
  <p:notesViewPr>
    <p:cSldViewPr snapToGrid="0" showGuides="1">
      <p:cViewPr varScale="1">
        <p:scale>
          <a:sx n="83" d="100"/>
          <a:sy n="83" d="100"/>
        </p:scale>
        <p:origin x="3828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77FE7C-6C16-484A-BA07-54AEC4031076}" type="datetimeFigureOut">
              <a:rPr lang="en-US" smtClean="0"/>
              <a:pPr/>
              <a:t>11/1/2021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366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EE779C-1441-42DA-8F53-FA515E0FD5A5}" type="datetimeFigureOut">
              <a:rPr lang="en-US" smtClean="0"/>
              <a:pPr/>
              <a:t>11/1/2021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B6295A-6268-468D-B294-A3D95DBDC47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832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 cstate="email">
              <a:alphaModFix amt="52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prstClr val="white"/>
                </a:solidFill>
              </a:rPr>
              <a:t> </a:t>
            </a:r>
          </a:p>
        </p:txBody>
      </p:sp>
      <p:sp>
        <p:nvSpPr>
          <p:cNvPr id="40" name="Rectangle 39"/>
          <p:cNvSpPr/>
          <p:nvPr userDrawn="1"/>
        </p:nvSpPr>
        <p:spPr>
          <a:xfrm>
            <a:off x="2" y="6763590"/>
            <a:ext cx="12192000" cy="9441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2" y="3858830"/>
            <a:ext cx="105156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4687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 cstate="email">
              <a:alphaModFix amt="52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prstClr val="white"/>
                </a:solidFill>
              </a:rPr>
              <a:t> </a:t>
            </a:r>
          </a:p>
        </p:txBody>
      </p:sp>
      <p:pic>
        <p:nvPicPr>
          <p:cNvPr id="56" name="Picture 1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95131" y="265114"/>
            <a:ext cx="993774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" name="Slide Number Placeholder 5"/>
          <p:cNvSpPr txBox="1">
            <a:spLocks/>
          </p:cNvSpPr>
          <p:nvPr userDrawn="1"/>
        </p:nvSpPr>
        <p:spPr>
          <a:xfrm>
            <a:off x="10265434" y="6528453"/>
            <a:ext cx="1866242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DIN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51DAFC2-1192-4F63-A889-33A8967BB7AA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44" name="Rectangle 43"/>
          <p:cNvSpPr/>
          <p:nvPr userDrawn="1"/>
        </p:nvSpPr>
        <p:spPr>
          <a:xfrm>
            <a:off x="0" y="6764338"/>
            <a:ext cx="12192000" cy="9366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47" name="Content Placeholder 48"/>
          <p:cNvSpPr>
            <a:spLocks noGrp="1"/>
          </p:cNvSpPr>
          <p:nvPr>
            <p:ph sz="quarter" idx="10"/>
          </p:nvPr>
        </p:nvSpPr>
        <p:spPr>
          <a:xfrm>
            <a:off x="733246" y="979488"/>
            <a:ext cx="11085692" cy="5534025"/>
          </a:xfrm>
        </p:spPr>
        <p:txBody>
          <a:bodyPr>
            <a:normAutofit/>
          </a:bodyPr>
          <a:lstStyle>
            <a:lvl1pPr marL="285750" indent="-285750" algn="l" rtl="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latin typeface="DIN" pitchFamily="2" charset="0"/>
              </a:defRPr>
            </a:lvl2pPr>
            <a:lvl3pPr>
              <a:defRPr>
                <a:latin typeface="DIN" pitchFamily="2" charset="0"/>
              </a:defRPr>
            </a:lvl3pPr>
            <a:lvl4pPr>
              <a:defRPr>
                <a:latin typeface="DIN" pitchFamily="2" charset="0"/>
              </a:defRPr>
            </a:lvl4pPr>
            <a:lvl5pPr>
              <a:defRPr>
                <a:latin typeface="DIN" pitchFamily="2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8" name="Title 49"/>
          <p:cNvSpPr>
            <a:spLocks noGrp="1"/>
          </p:cNvSpPr>
          <p:nvPr>
            <p:ph type="title" hasCustomPrompt="1"/>
          </p:nvPr>
        </p:nvSpPr>
        <p:spPr>
          <a:xfrm>
            <a:off x="733246" y="306388"/>
            <a:ext cx="7206379" cy="461962"/>
          </a:xfrm>
        </p:spPr>
        <p:txBody>
          <a:bodyPr>
            <a:noAutofit/>
          </a:bodyPr>
          <a:lstStyle>
            <a:lvl1pPr>
              <a:defRPr sz="2400">
                <a:latin typeface="+mn-lt"/>
              </a:defRPr>
            </a:lvl1pPr>
          </a:lstStyle>
          <a:p>
            <a:r>
              <a:rPr lang="en-US" dirty="0" smtClean="0"/>
              <a:t>Click to edit title</a:t>
            </a:r>
            <a:endParaRPr lang="en-US" dirty="0"/>
          </a:p>
        </p:txBody>
      </p:sp>
      <p:sp>
        <p:nvSpPr>
          <p:cNvPr id="12" name="Freeform 9"/>
          <p:cNvSpPr>
            <a:spLocks/>
          </p:cNvSpPr>
          <p:nvPr userDrawn="1"/>
        </p:nvSpPr>
        <p:spPr bwMode="auto">
          <a:xfrm>
            <a:off x="10856915" y="515092"/>
            <a:ext cx="1334828" cy="85828"/>
          </a:xfrm>
          <a:custGeom>
            <a:avLst/>
            <a:gdLst>
              <a:gd name="T0" fmla="*/ 0 w 2114"/>
              <a:gd name="T1" fmla="*/ 0 h 67"/>
              <a:gd name="T2" fmla="*/ 0 w 2114"/>
              <a:gd name="T3" fmla="*/ 0 h 67"/>
              <a:gd name="T4" fmla="*/ 46 w 2114"/>
              <a:gd name="T5" fmla="*/ 33 h 67"/>
              <a:gd name="T6" fmla="*/ 0 w 2114"/>
              <a:gd name="T7" fmla="*/ 65 h 67"/>
              <a:gd name="T8" fmla="*/ 0 w 2114"/>
              <a:gd name="T9" fmla="*/ 67 h 67"/>
              <a:gd name="T10" fmla="*/ 2114 w 2114"/>
              <a:gd name="T11" fmla="*/ 67 h 67"/>
              <a:gd name="T12" fmla="*/ 2114 w 2114"/>
              <a:gd name="T13" fmla="*/ 0 h 67"/>
              <a:gd name="T14" fmla="*/ 0 w 2114"/>
              <a:gd name="T15" fmla="*/ 0 h 67"/>
              <a:gd name="connsiteX0" fmla="*/ 0 w 10000"/>
              <a:gd name="connsiteY0" fmla="*/ 0 h 10000"/>
              <a:gd name="connsiteX1" fmla="*/ 0 w 10000"/>
              <a:gd name="connsiteY1" fmla="*/ 0 h 10000"/>
              <a:gd name="connsiteX2" fmla="*/ 218 w 10000"/>
              <a:gd name="connsiteY2" fmla="*/ 4925 h 10000"/>
              <a:gd name="connsiteX3" fmla="*/ 0 w 10000"/>
              <a:gd name="connsiteY3" fmla="*/ 9701 h 10000"/>
              <a:gd name="connsiteX4" fmla="*/ 0 w 10000"/>
              <a:gd name="connsiteY4" fmla="*/ 10000 h 10000"/>
              <a:gd name="connsiteX5" fmla="*/ 10000 w 10000"/>
              <a:gd name="connsiteY5" fmla="*/ 10000 h 10000"/>
              <a:gd name="connsiteX6" fmla="*/ 4481 w 10000"/>
              <a:gd name="connsiteY6" fmla="*/ 0 h 10000"/>
              <a:gd name="connsiteX7" fmla="*/ 0 w 10000"/>
              <a:gd name="connsiteY7" fmla="*/ 0 h 10000"/>
              <a:gd name="connsiteX0" fmla="*/ 0 w 4481"/>
              <a:gd name="connsiteY0" fmla="*/ 0 h 10000"/>
              <a:gd name="connsiteX1" fmla="*/ 0 w 4481"/>
              <a:gd name="connsiteY1" fmla="*/ 0 h 10000"/>
              <a:gd name="connsiteX2" fmla="*/ 218 w 4481"/>
              <a:gd name="connsiteY2" fmla="*/ 4925 h 10000"/>
              <a:gd name="connsiteX3" fmla="*/ 0 w 4481"/>
              <a:gd name="connsiteY3" fmla="*/ 9701 h 10000"/>
              <a:gd name="connsiteX4" fmla="*/ 0 w 4481"/>
              <a:gd name="connsiteY4" fmla="*/ 10000 h 10000"/>
              <a:gd name="connsiteX5" fmla="*/ 4475 w 4481"/>
              <a:gd name="connsiteY5" fmla="*/ 10000 h 10000"/>
              <a:gd name="connsiteX6" fmla="*/ 4481 w 4481"/>
              <a:gd name="connsiteY6" fmla="*/ 0 h 10000"/>
              <a:gd name="connsiteX7" fmla="*/ 0 w 4481"/>
              <a:gd name="connsiteY7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81" h="10000">
                <a:moveTo>
                  <a:pt x="0" y="0"/>
                </a:moveTo>
                <a:lnTo>
                  <a:pt x="0" y="0"/>
                </a:lnTo>
                <a:cubicBezTo>
                  <a:pt x="73" y="1642"/>
                  <a:pt x="145" y="3283"/>
                  <a:pt x="218" y="4925"/>
                </a:cubicBezTo>
                <a:cubicBezTo>
                  <a:pt x="145" y="6517"/>
                  <a:pt x="73" y="8109"/>
                  <a:pt x="0" y="9701"/>
                </a:cubicBezTo>
                <a:lnTo>
                  <a:pt x="0" y="10000"/>
                </a:lnTo>
                <a:lnTo>
                  <a:pt x="4475" y="10000"/>
                </a:lnTo>
                <a:cubicBezTo>
                  <a:pt x="4477" y="6667"/>
                  <a:pt x="4479" y="3333"/>
                  <a:pt x="4481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0266B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>
              <a:solidFill>
                <a:prstClr val="black"/>
              </a:solidFill>
            </a:endParaRPr>
          </a:p>
        </p:txBody>
      </p:sp>
      <p:grpSp>
        <p:nvGrpSpPr>
          <p:cNvPr id="41" name="Group 40"/>
          <p:cNvGrpSpPr/>
          <p:nvPr userDrawn="1"/>
        </p:nvGrpSpPr>
        <p:grpSpPr>
          <a:xfrm>
            <a:off x="8101678" y="515092"/>
            <a:ext cx="1437351" cy="85828"/>
            <a:chOff x="8042146" y="526088"/>
            <a:chExt cx="1437351" cy="82022"/>
          </a:xfrm>
          <a:solidFill>
            <a:srgbClr val="0266B2"/>
          </a:solidFill>
        </p:grpSpPr>
        <p:sp>
          <p:nvSpPr>
            <p:cNvPr id="42" name="Freeform 9"/>
            <p:cNvSpPr>
              <a:spLocks/>
            </p:cNvSpPr>
            <p:nvPr userDrawn="1"/>
          </p:nvSpPr>
          <p:spPr bwMode="auto">
            <a:xfrm flipH="1">
              <a:off x="8144668" y="526088"/>
              <a:ext cx="1334829" cy="82022"/>
            </a:xfrm>
            <a:custGeom>
              <a:avLst/>
              <a:gdLst>
                <a:gd name="T0" fmla="*/ 0 w 2114"/>
                <a:gd name="T1" fmla="*/ 0 h 67"/>
                <a:gd name="T2" fmla="*/ 0 w 2114"/>
                <a:gd name="T3" fmla="*/ 0 h 67"/>
                <a:gd name="T4" fmla="*/ 46 w 2114"/>
                <a:gd name="T5" fmla="*/ 33 h 67"/>
                <a:gd name="T6" fmla="*/ 0 w 2114"/>
                <a:gd name="T7" fmla="*/ 65 h 67"/>
                <a:gd name="T8" fmla="*/ 0 w 2114"/>
                <a:gd name="T9" fmla="*/ 67 h 67"/>
                <a:gd name="T10" fmla="*/ 2114 w 2114"/>
                <a:gd name="T11" fmla="*/ 67 h 67"/>
                <a:gd name="T12" fmla="*/ 2114 w 2114"/>
                <a:gd name="T13" fmla="*/ 0 h 67"/>
                <a:gd name="T14" fmla="*/ 0 w 2114"/>
                <a:gd name="T15" fmla="*/ 0 h 67"/>
                <a:gd name="connsiteX0" fmla="*/ 0 w 10000"/>
                <a:gd name="connsiteY0" fmla="*/ 0 h 10000"/>
                <a:gd name="connsiteX1" fmla="*/ 0 w 10000"/>
                <a:gd name="connsiteY1" fmla="*/ 0 h 10000"/>
                <a:gd name="connsiteX2" fmla="*/ 218 w 10000"/>
                <a:gd name="connsiteY2" fmla="*/ 4925 h 10000"/>
                <a:gd name="connsiteX3" fmla="*/ 0 w 10000"/>
                <a:gd name="connsiteY3" fmla="*/ 9701 h 10000"/>
                <a:gd name="connsiteX4" fmla="*/ 0 w 10000"/>
                <a:gd name="connsiteY4" fmla="*/ 10000 h 10000"/>
                <a:gd name="connsiteX5" fmla="*/ 10000 w 10000"/>
                <a:gd name="connsiteY5" fmla="*/ 10000 h 10000"/>
                <a:gd name="connsiteX6" fmla="*/ 4481 w 10000"/>
                <a:gd name="connsiteY6" fmla="*/ 0 h 10000"/>
                <a:gd name="connsiteX7" fmla="*/ 0 w 10000"/>
                <a:gd name="connsiteY7" fmla="*/ 0 h 10000"/>
                <a:gd name="connsiteX0" fmla="*/ 0 w 4481"/>
                <a:gd name="connsiteY0" fmla="*/ 0 h 10000"/>
                <a:gd name="connsiteX1" fmla="*/ 0 w 4481"/>
                <a:gd name="connsiteY1" fmla="*/ 0 h 10000"/>
                <a:gd name="connsiteX2" fmla="*/ 218 w 4481"/>
                <a:gd name="connsiteY2" fmla="*/ 4925 h 10000"/>
                <a:gd name="connsiteX3" fmla="*/ 0 w 4481"/>
                <a:gd name="connsiteY3" fmla="*/ 9701 h 10000"/>
                <a:gd name="connsiteX4" fmla="*/ 0 w 4481"/>
                <a:gd name="connsiteY4" fmla="*/ 10000 h 10000"/>
                <a:gd name="connsiteX5" fmla="*/ 4475 w 4481"/>
                <a:gd name="connsiteY5" fmla="*/ 10000 h 10000"/>
                <a:gd name="connsiteX6" fmla="*/ 4481 w 4481"/>
                <a:gd name="connsiteY6" fmla="*/ 0 h 10000"/>
                <a:gd name="connsiteX7" fmla="*/ 0 w 4481"/>
                <a:gd name="connsiteY7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81" h="10000">
                  <a:moveTo>
                    <a:pt x="0" y="0"/>
                  </a:moveTo>
                  <a:lnTo>
                    <a:pt x="0" y="0"/>
                  </a:lnTo>
                  <a:cubicBezTo>
                    <a:pt x="73" y="1642"/>
                    <a:pt x="145" y="3283"/>
                    <a:pt x="218" y="4925"/>
                  </a:cubicBezTo>
                  <a:cubicBezTo>
                    <a:pt x="145" y="6517"/>
                    <a:pt x="73" y="8109"/>
                    <a:pt x="0" y="9701"/>
                  </a:cubicBezTo>
                  <a:lnTo>
                    <a:pt x="0" y="10000"/>
                  </a:lnTo>
                  <a:lnTo>
                    <a:pt x="4475" y="10000"/>
                  </a:lnTo>
                  <a:cubicBezTo>
                    <a:pt x="4477" y="6667"/>
                    <a:pt x="4479" y="3333"/>
                    <a:pt x="4481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>
                <a:solidFill>
                  <a:prstClr val="black"/>
                </a:solidFill>
              </a:endParaRPr>
            </a:p>
          </p:txBody>
        </p:sp>
        <p:sp>
          <p:nvSpPr>
            <p:cNvPr id="43" name="Freeform 9"/>
            <p:cNvSpPr>
              <a:spLocks/>
            </p:cNvSpPr>
            <p:nvPr userDrawn="1"/>
          </p:nvSpPr>
          <p:spPr bwMode="auto">
            <a:xfrm>
              <a:off x="8042146" y="526088"/>
              <a:ext cx="1334829" cy="82022"/>
            </a:xfrm>
            <a:custGeom>
              <a:avLst/>
              <a:gdLst>
                <a:gd name="T0" fmla="*/ 0 w 2114"/>
                <a:gd name="T1" fmla="*/ 0 h 67"/>
                <a:gd name="T2" fmla="*/ 0 w 2114"/>
                <a:gd name="T3" fmla="*/ 0 h 67"/>
                <a:gd name="T4" fmla="*/ 46 w 2114"/>
                <a:gd name="T5" fmla="*/ 33 h 67"/>
                <a:gd name="T6" fmla="*/ 0 w 2114"/>
                <a:gd name="T7" fmla="*/ 65 h 67"/>
                <a:gd name="T8" fmla="*/ 0 w 2114"/>
                <a:gd name="T9" fmla="*/ 67 h 67"/>
                <a:gd name="T10" fmla="*/ 2114 w 2114"/>
                <a:gd name="T11" fmla="*/ 67 h 67"/>
                <a:gd name="T12" fmla="*/ 2114 w 2114"/>
                <a:gd name="T13" fmla="*/ 0 h 67"/>
                <a:gd name="T14" fmla="*/ 0 w 2114"/>
                <a:gd name="T15" fmla="*/ 0 h 67"/>
                <a:gd name="connsiteX0" fmla="*/ 0 w 10000"/>
                <a:gd name="connsiteY0" fmla="*/ 0 h 10000"/>
                <a:gd name="connsiteX1" fmla="*/ 0 w 10000"/>
                <a:gd name="connsiteY1" fmla="*/ 0 h 10000"/>
                <a:gd name="connsiteX2" fmla="*/ 218 w 10000"/>
                <a:gd name="connsiteY2" fmla="*/ 4925 h 10000"/>
                <a:gd name="connsiteX3" fmla="*/ 0 w 10000"/>
                <a:gd name="connsiteY3" fmla="*/ 9701 h 10000"/>
                <a:gd name="connsiteX4" fmla="*/ 0 w 10000"/>
                <a:gd name="connsiteY4" fmla="*/ 10000 h 10000"/>
                <a:gd name="connsiteX5" fmla="*/ 10000 w 10000"/>
                <a:gd name="connsiteY5" fmla="*/ 10000 h 10000"/>
                <a:gd name="connsiteX6" fmla="*/ 4481 w 10000"/>
                <a:gd name="connsiteY6" fmla="*/ 0 h 10000"/>
                <a:gd name="connsiteX7" fmla="*/ 0 w 10000"/>
                <a:gd name="connsiteY7" fmla="*/ 0 h 10000"/>
                <a:gd name="connsiteX0" fmla="*/ 0 w 4481"/>
                <a:gd name="connsiteY0" fmla="*/ 0 h 10000"/>
                <a:gd name="connsiteX1" fmla="*/ 0 w 4481"/>
                <a:gd name="connsiteY1" fmla="*/ 0 h 10000"/>
                <a:gd name="connsiteX2" fmla="*/ 218 w 4481"/>
                <a:gd name="connsiteY2" fmla="*/ 4925 h 10000"/>
                <a:gd name="connsiteX3" fmla="*/ 0 w 4481"/>
                <a:gd name="connsiteY3" fmla="*/ 9701 h 10000"/>
                <a:gd name="connsiteX4" fmla="*/ 0 w 4481"/>
                <a:gd name="connsiteY4" fmla="*/ 10000 h 10000"/>
                <a:gd name="connsiteX5" fmla="*/ 4475 w 4481"/>
                <a:gd name="connsiteY5" fmla="*/ 10000 h 10000"/>
                <a:gd name="connsiteX6" fmla="*/ 4481 w 4481"/>
                <a:gd name="connsiteY6" fmla="*/ 0 h 10000"/>
                <a:gd name="connsiteX7" fmla="*/ 0 w 4481"/>
                <a:gd name="connsiteY7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81" h="10000">
                  <a:moveTo>
                    <a:pt x="0" y="0"/>
                  </a:moveTo>
                  <a:lnTo>
                    <a:pt x="0" y="0"/>
                  </a:lnTo>
                  <a:cubicBezTo>
                    <a:pt x="73" y="1642"/>
                    <a:pt x="145" y="3283"/>
                    <a:pt x="218" y="4925"/>
                  </a:cubicBezTo>
                  <a:cubicBezTo>
                    <a:pt x="145" y="6517"/>
                    <a:pt x="73" y="8109"/>
                    <a:pt x="0" y="9701"/>
                  </a:cubicBezTo>
                  <a:lnTo>
                    <a:pt x="0" y="10000"/>
                  </a:lnTo>
                  <a:lnTo>
                    <a:pt x="4475" y="10000"/>
                  </a:lnTo>
                  <a:cubicBezTo>
                    <a:pt x="4477" y="6667"/>
                    <a:pt x="4479" y="3333"/>
                    <a:pt x="4481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baseline="-25000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76010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 cstate="email">
              <a:alphaModFix amt="52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prstClr val="white"/>
                </a:solidFill>
              </a:rPr>
              <a:t> </a:t>
            </a:r>
          </a:p>
        </p:txBody>
      </p:sp>
      <p:grpSp>
        <p:nvGrpSpPr>
          <p:cNvPr id="42" name="Group 41"/>
          <p:cNvGrpSpPr/>
          <p:nvPr userDrawn="1"/>
        </p:nvGrpSpPr>
        <p:grpSpPr>
          <a:xfrm>
            <a:off x="6258358" y="515145"/>
            <a:ext cx="3280674" cy="85828"/>
            <a:chOff x="6258357" y="1796512"/>
            <a:chExt cx="3280673" cy="85828"/>
          </a:xfrm>
        </p:grpSpPr>
        <p:sp>
          <p:nvSpPr>
            <p:cNvPr id="43" name="Freeform 9"/>
            <p:cNvSpPr>
              <a:spLocks/>
            </p:cNvSpPr>
            <p:nvPr userDrawn="1"/>
          </p:nvSpPr>
          <p:spPr bwMode="auto">
            <a:xfrm>
              <a:off x="6258357" y="1796512"/>
              <a:ext cx="1334829" cy="85828"/>
            </a:xfrm>
            <a:custGeom>
              <a:avLst/>
              <a:gdLst>
                <a:gd name="T0" fmla="*/ 0 w 2114"/>
                <a:gd name="T1" fmla="*/ 0 h 67"/>
                <a:gd name="T2" fmla="*/ 0 w 2114"/>
                <a:gd name="T3" fmla="*/ 0 h 67"/>
                <a:gd name="T4" fmla="*/ 46 w 2114"/>
                <a:gd name="T5" fmla="*/ 33 h 67"/>
                <a:gd name="T6" fmla="*/ 0 w 2114"/>
                <a:gd name="T7" fmla="*/ 65 h 67"/>
                <a:gd name="T8" fmla="*/ 0 w 2114"/>
                <a:gd name="T9" fmla="*/ 67 h 67"/>
                <a:gd name="T10" fmla="*/ 2114 w 2114"/>
                <a:gd name="T11" fmla="*/ 67 h 67"/>
                <a:gd name="T12" fmla="*/ 2114 w 2114"/>
                <a:gd name="T13" fmla="*/ 0 h 67"/>
                <a:gd name="T14" fmla="*/ 0 w 2114"/>
                <a:gd name="T15" fmla="*/ 0 h 67"/>
                <a:gd name="connsiteX0" fmla="*/ 0 w 10000"/>
                <a:gd name="connsiteY0" fmla="*/ 0 h 10000"/>
                <a:gd name="connsiteX1" fmla="*/ 0 w 10000"/>
                <a:gd name="connsiteY1" fmla="*/ 0 h 10000"/>
                <a:gd name="connsiteX2" fmla="*/ 218 w 10000"/>
                <a:gd name="connsiteY2" fmla="*/ 4925 h 10000"/>
                <a:gd name="connsiteX3" fmla="*/ 0 w 10000"/>
                <a:gd name="connsiteY3" fmla="*/ 9701 h 10000"/>
                <a:gd name="connsiteX4" fmla="*/ 0 w 10000"/>
                <a:gd name="connsiteY4" fmla="*/ 10000 h 10000"/>
                <a:gd name="connsiteX5" fmla="*/ 10000 w 10000"/>
                <a:gd name="connsiteY5" fmla="*/ 10000 h 10000"/>
                <a:gd name="connsiteX6" fmla="*/ 4481 w 10000"/>
                <a:gd name="connsiteY6" fmla="*/ 0 h 10000"/>
                <a:gd name="connsiteX7" fmla="*/ 0 w 10000"/>
                <a:gd name="connsiteY7" fmla="*/ 0 h 10000"/>
                <a:gd name="connsiteX0" fmla="*/ 0 w 4481"/>
                <a:gd name="connsiteY0" fmla="*/ 0 h 10000"/>
                <a:gd name="connsiteX1" fmla="*/ 0 w 4481"/>
                <a:gd name="connsiteY1" fmla="*/ 0 h 10000"/>
                <a:gd name="connsiteX2" fmla="*/ 218 w 4481"/>
                <a:gd name="connsiteY2" fmla="*/ 4925 h 10000"/>
                <a:gd name="connsiteX3" fmla="*/ 0 w 4481"/>
                <a:gd name="connsiteY3" fmla="*/ 9701 h 10000"/>
                <a:gd name="connsiteX4" fmla="*/ 0 w 4481"/>
                <a:gd name="connsiteY4" fmla="*/ 10000 h 10000"/>
                <a:gd name="connsiteX5" fmla="*/ 4475 w 4481"/>
                <a:gd name="connsiteY5" fmla="*/ 10000 h 10000"/>
                <a:gd name="connsiteX6" fmla="*/ 4481 w 4481"/>
                <a:gd name="connsiteY6" fmla="*/ 0 h 10000"/>
                <a:gd name="connsiteX7" fmla="*/ 0 w 4481"/>
                <a:gd name="connsiteY7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81" h="10000">
                  <a:moveTo>
                    <a:pt x="0" y="0"/>
                  </a:moveTo>
                  <a:lnTo>
                    <a:pt x="0" y="0"/>
                  </a:lnTo>
                  <a:cubicBezTo>
                    <a:pt x="73" y="1642"/>
                    <a:pt x="145" y="3283"/>
                    <a:pt x="218" y="4925"/>
                  </a:cubicBezTo>
                  <a:cubicBezTo>
                    <a:pt x="145" y="6517"/>
                    <a:pt x="73" y="8109"/>
                    <a:pt x="0" y="9701"/>
                  </a:cubicBezTo>
                  <a:lnTo>
                    <a:pt x="0" y="10000"/>
                  </a:lnTo>
                  <a:lnTo>
                    <a:pt x="4475" y="10000"/>
                  </a:lnTo>
                  <a:cubicBezTo>
                    <a:pt x="4477" y="6667"/>
                    <a:pt x="4479" y="3333"/>
                    <a:pt x="4481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266B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>
                <a:solidFill>
                  <a:prstClr val="black"/>
                </a:solidFill>
              </a:endParaRPr>
            </a:p>
          </p:txBody>
        </p:sp>
        <p:sp>
          <p:nvSpPr>
            <p:cNvPr id="44" name="Freeform 9"/>
            <p:cNvSpPr>
              <a:spLocks/>
            </p:cNvSpPr>
            <p:nvPr userDrawn="1"/>
          </p:nvSpPr>
          <p:spPr bwMode="auto">
            <a:xfrm flipH="1">
              <a:off x="8204201" y="1796512"/>
              <a:ext cx="1334829" cy="85828"/>
            </a:xfrm>
            <a:custGeom>
              <a:avLst/>
              <a:gdLst>
                <a:gd name="T0" fmla="*/ 0 w 2114"/>
                <a:gd name="T1" fmla="*/ 0 h 67"/>
                <a:gd name="T2" fmla="*/ 0 w 2114"/>
                <a:gd name="T3" fmla="*/ 0 h 67"/>
                <a:gd name="T4" fmla="*/ 46 w 2114"/>
                <a:gd name="T5" fmla="*/ 33 h 67"/>
                <a:gd name="T6" fmla="*/ 0 w 2114"/>
                <a:gd name="T7" fmla="*/ 65 h 67"/>
                <a:gd name="T8" fmla="*/ 0 w 2114"/>
                <a:gd name="T9" fmla="*/ 67 h 67"/>
                <a:gd name="T10" fmla="*/ 2114 w 2114"/>
                <a:gd name="T11" fmla="*/ 67 h 67"/>
                <a:gd name="T12" fmla="*/ 2114 w 2114"/>
                <a:gd name="T13" fmla="*/ 0 h 67"/>
                <a:gd name="T14" fmla="*/ 0 w 2114"/>
                <a:gd name="T15" fmla="*/ 0 h 67"/>
                <a:gd name="connsiteX0" fmla="*/ 0 w 10000"/>
                <a:gd name="connsiteY0" fmla="*/ 0 h 10000"/>
                <a:gd name="connsiteX1" fmla="*/ 0 w 10000"/>
                <a:gd name="connsiteY1" fmla="*/ 0 h 10000"/>
                <a:gd name="connsiteX2" fmla="*/ 218 w 10000"/>
                <a:gd name="connsiteY2" fmla="*/ 4925 h 10000"/>
                <a:gd name="connsiteX3" fmla="*/ 0 w 10000"/>
                <a:gd name="connsiteY3" fmla="*/ 9701 h 10000"/>
                <a:gd name="connsiteX4" fmla="*/ 0 w 10000"/>
                <a:gd name="connsiteY4" fmla="*/ 10000 h 10000"/>
                <a:gd name="connsiteX5" fmla="*/ 10000 w 10000"/>
                <a:gd name="connsiteY5" fmla="*/ 10000 h 10000"/>
                <a:gd name="connsiteX6" fmla="*/ 4481 w 10000"/>
                <a:gd name="connsiteY6" fmla="*/ 0 h 10000"/>
                <a:gd name="connsiteX7" fmla="*/ 0 w 10000"/>
                <a:gd name="connsiteY7" fmla="*/ 0 h 10000"/>
                <a:gd name="connsiteX0" fmla="*/ 0 w 4481"/>
                <a:gd name="connsiteY0" fmla="*/ 0 h 10000"/>
                <a:gd name="connsiteX1" fmla="*/ 0 w 4481"/>
                <a:gd name="connsiteY1" fmla="*/ 0 h 10000"/>
                <a:gd name="connsiteX2" fmla="*/ 218 w 4481"/>
                <a:gd name="connsiteY2" fmla="*/ 4925 h 10000"/>
                <a:gd name="connsiteX3" fmla="*/ 0 w 4481"/>
                <a:gd name="connsiteY3" fmla="*/ 9701 h 10000"/>
                <a:gd name="connsiteX4" fmla="*/ 0 w 4481"/>
                <a:gd name="connsiteY4" fmla="*/ 10000 h 10000"/>
                <a:gd name="connsiteX5" fmla="*/ 4475 w 4481"/>
                <a:gd name="connsiteY5" fmla="*/ 10000 h 10000"/>
                <a:gd name="connsiteX6" fmla="*/ 4481 w 4481"/>
                <a:gd name="connsiteY6" fmla="*/ 0 h 10000"/>
                <a:gd name="connsiteX7" fmla="*/ 0 w 4481"/>
                <a:gd name="connsiteY7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81" h="10000">
                  <a:moveTo>
                    <a:pt x="0" y="0"/>
                  </a:moveTo>
                  <a:lnTo>
                    <a:pt x="0" y="0"/>
                  </a:lnTo>
                  <a:cubicBezTo>
                    <a:pt x="73" y="1642"/>
                    <a:pt x="145" y="3283"/>
                    <a:pt x="218" y="4925"/>
                  </a:cubicBezTo>
                  <a:cubicBezTo>
                    <a:pt x="145" y="6517"/>
                    <a:pt x="73" y="8109"/>
                    <a:pt x="0" y="9701"/>
                  </a:cubicBezTo>
                  <a:lnTo>
                    <a:pt x="0" y="10000"/>
                  </a:lnTo>
                  <a:lnTo>
                    <a:pt x="4475" y="10000"/>
                  </a:lnTo>
                  <a:cubicBezTo>
                    <a:pt x="4477" y="6667"/>
                    <a:pt x="4479" y="3333"/>
                    <a:pt x="4481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266B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>
                <a:solidFill>
                  <a:prstClr val="black"/>
                </a:solidFill>
              </a:endParaRPr>
            </a:p>
          </p:txBody>
        </p:sp>
        <p:sp>
          <p:nvSpPr>
            <p:cNvPr id="45" name="Rectangle 44"/>
            <p:cNvSpPr/>
            <p:nvPr userDrawn="1"/>
          </p:nvSpPr>
          <p:spPr>
            <a:xfrm>
              <a:off x="6982171" y="1796512"/>
              <a:ext cx="1409700" cy="85828"/>
            </a:xfrm>
            <a:prstGeom prst="rect">
              <a:avLst/>
            </a:prstGeom>
            <a:solidFill>
              <a:srgbClr val="0266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prstClr val="white"/>
                </a:solidFill>
              </a:endParaRPr>
            </a:p>
          </p:txBody>
        </p:sp>
      </p:grpSp>
      <p:pic>
        <p:nvPicPr>
          <p:cNvPr id="47" name="Picture 1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95131" y="265114"/>
            <a:ext cx="993774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" name="Slide Number Placeholder 5"/>
          <p:cNvSpPr txBox="1">
            <a:spLocks/>
          </p:cNvSpPr>
          <p:nvPr userDrawn="1"/>
        </p:nvSpPr>
        <p:spPr>
          <a:xfrm>
            <a:off x="10265434" y="6528453"/>
            <a:ext cx="1866242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DIN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51DAFC2-1192-4F63-A889-33A8967BB7AA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48" name="Rectangle 47"/>
          <p:cNvSpPr/>
          <p:nvPr userDrawn="1"/>
        </p:nvSpPr>
        <p:spPr>
          <a:xfrm>
            <a:off x="0" y="6764338"/>
            <a:ext cx="12192000" cy="9366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53" name="Content Placeholder 48"/>
          <p:cNvSpPr>
            <a:spLocks noGrp="1"/>
          </p:cNvSpPr>
          <p:nvPr>
            <p:ph sz="quarter" idx="10"/>
          </p:nvPr>
        </p:nvSpPr>
        <p:spPr>
          <a:xfrm>
            <a:off x="733246" y="979488"/>
            <a:ext cx="11085692" cy="5534025"/>
          </a:xfrm>
        </p:spPr>
        <p:txBody>
          <a:bodyPr>
            <a:normAutofit/>
          </a:bodyPr>
          <a:lstStyle>
            <a:lvl1pPr marL="285750" indent="-285750" algn="l" rtl="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latin typeface="DIN" pitchFamily="2" charset="0"/>
              </a:defRPr>
            </a:lvl2pPr>
            <a:lvl3pPr>
              <a:defRPr>
                <a:latin typeface="DIN" pitchFamily="2" charset="0"/>
              </a:defRPr>
            </a:lvl3pPr>
            <a:lvl4pPr>
              <a:defRPr>
                <a:latin typeface="DIN" pitchFamily="2" charset="0"/>
              </a:defRPr>
            </a:lvl4pPr>
            <a:lvl5pPr>
              <a:defRPr>
                <a:latin typeface="DIN" pitchFamily="2" charset="0"/>
              </a:defRPr>
            </a:lvl5pPr>
          </a:lstStyle>
          <a:p>
            <a:pPr marL="285750" lvl="0" indent="-28575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Click to edit Master text styles</a:t>
            </a:r>
          </a:p>
        </p:txBody>
      </p:sp>
      <p:sp>
        <p:nvSpPr>
          <p:cNvPr id="54" name="Title 49"/>
          <p:cNvSpPr>
            <a:spLocks noGrp="1"/>
          </p:cNvSpPr>
          <p:nvPr>
            <p:ph type="title" hasCustomPrompt="1"/>
          </p:nvPr>
        </p:nvSpPr>
        <p:spPr>
          <a:xfrm>
            <a:off x="733246" y="306388"/>
            <a:ext cx="5434642" cy="461962"/>
          </a:xfr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kern="120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title</a:t>
            </a:r>
            <a:endParaRPr lang="en-US" dirty="0"/>
          </a:p>
        </p:txBody>
      </p:sp>
      <p:sp>
        <p:nvSpPr>
          <p:cNvPr id="14" name="Freeform 9"/>
          <p:cNvSpPr>
            <a:spLocks/>
          </p:cNvSpPr>
          <p:nvPr userDrawn="1"/>
        </p:nvSpPr>
        <p:spPr bwMode="auto">
          <a:xfrm>
            <a:off x="10856915" y="515092"/>
            <a:ext cx="1334828" cy="85828"/>
          </a:xfrm>
          <a:custGeom>
            <a:avLst/>
            <a:gdLst>
              <a:gd name="T0" fmla="*/ 0 w 2114"/>
              <a:gd name="T1" fmla="*/ 0 h 67"/>
              <a:gd name="T2" fmla="*/ 0 w 2114"/>
              <a:gd name="T3" fmla="*/ 0 h 67"/>
              <a:gd name="T4" fmla="*/ 46 w 2114"/>
              <a:gd name="T5" fmla="*/ 33 h 67"/>
              <a:gd name="T6" fmla="*/ 0 w 2114"/>
              <a:gd name="T7" fmla="*/ 65 h 67"/>
              <a:gd name="T8" fmla="*/ 0 w 2114"/>
              <a:gd name="T9" fmla="*/ 67 h 67"/>
              <a:gd name="T10" fmla="*/ 2114 w 2114"/>
              <a:gd name="T11" fmla="*/ 67 h 67"/>
              <a:gd name="T12" fmla="*/ 2114 w 2114"/>
              <a:gd name="T13" fmla="*/ 0 h 67"/>
              <a:gd name="T14" fmla="*/ 0 w 2114"/>
              <a:gd name="T15" fmla="*/ 0 h 67"/>
              <a:gd name="connsiteX0" fmla="*/ 0 w 10000"/>
              <a:gd name="connsiteY0" fmla="*/ 0 h 10000"/>
              <a:gd name="connsiteX1" fmla="*/ 0 w 10000"/>
              <a:gd name="connsiteY1" fmla="*/ 0 h 10000"/>
              <a:gd name="connsiteX2" fmla="*/ 218 w 10000"/>
              <a:gd name="connsiteY2" fmla="*/ 4925 h 10000"/>
              <a:gd name="connsiteX3" fmla="*/ 0 w 10000"/>
              <a:gd name="connsiteY3" fmla="*/ 9701 h 10000"/>
              <a:gd name="connsiteX4" fmla="*/ 0 w 10000"/>
              <a:gd name="connsiteY4" fmla="*/ 10000 h 10000"/>
              <a:gd name="connsiteX5" fmla="*/ 10000 w 10000"/>
              <a:gd name="connsiteY5" fmla="*/ 10000 h 10000"/>
              <a:gd name="connsiteX6" fmla="*/ 4481 w 10000"/>
              <a:gd name="connsiteY6" fmla="*/ 0 h 10000"/>
              <a:gd name="connsiteX7" fmla="*/ 0 w 10000"/>
              <a:gd name="connsiteY7" fmla="*/ 0 h 10000"/>
              <a:gd name="connsiteX0" fmla="*/ 0 w 4481"/>
              <a:gd name="connsiteY0" fmla="*/ 0 h 10000"/>
              <a:gd name="connsiteX1" fmla="*/ 0 w 4481"/>
              <a:gd name="connsiteY1" fmla="*/ 0 h 10000"/>
              <a:gd name="connsiteX2" fmla="*/ 218 w 4481"/>
              <a:gd name="connsiteY2" fmla="*/ 4925 h 10000"/>
              <a:gd name="connsiteX3" fmla="*/ 0 w 4481"/>
              <a:gd name="connsiteY3" fmla="*/ 9701 h 10000"/>
              <a:gd name="connsiteX4" fmla="*/ 0 w 4481"/>
              <a:gd name="connsiteY4" fmla="*/ 10000 h 10000"/>
              <a:gd name="connsiteX5" fmla="*/ 4475 w 4481"/>
              <a:gd name="connsiteY5" fmla="*/ 10000 h 10000"/>
              <a:gd name="connsiteX6" fmla="*/ 4481 w 4481"/>
              <a:gd name="connsiteY6" fmla="*/ 0 h 10000"/>
              <a:gd name="connsiteX7" fmla="*/ 0 w 4481"/>
              <a:gd name="connsiteY7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81" h="10000">
                <a:moveTo>
                  <a:pt x="0" y="0"/>
                </a:moveTo>
                <a:lnTo>
                  <a:pt x="0" y="0"/>
                </a:lnTo>
                <a:cubicBezTo>
                  <a:pt x="73" y="1642"/>
                  <a:pt x="145" y="3283"/>
                  <a:pt x="218" y="4925"/>
                </a:cubicBezTo>
                <a:cubicBezTo>
                  <a:pt x="145" y="6517"/>
                  <a:pt x="73" y="8109"/>
                  <a:pt x="0" y="9701"/>
                </a:cubicBezTo>
                <a:lnTo>
                  <a:pt x="0" y="10000"/>
                </a:lnTo>
                <a:lnTo>
                  <a:pt x="4475" y="10000"/>
                </a:lnTo>
                <a:cubicBezTo>
                  <a:pt x="4477" y="6667"/>
                  <a:pt x="4479" y="3333"/>
                  <a:pt x="4481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0266B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458639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orient="horz" pos="2160" userDrawn="1">
          <p15:clr>
            <a:srgbClr val="FBAE40"/>
          </p15:clr>
        </p15:guide>
        <p15:guide id="2" pos="605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 cstate="email">
              <a:alphaModFix amt="52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prstClr val="white"/>
                </a:solidFill>
              </a:rPr>
              <a:t> </a:t>
            </a:r>
          </a:p>
        </p:txBody>
      </p:sp>
      <p:sp>
        <p:nvSpPr>
          <p:cNvPr id="48" name="Freeform 47"/>
          <p:cNvSpPr>
            <a:spLocks/>
          </p:cNvSpPr>
          <p:nvPr userDrawn="1"/>
        </p:nvSpPr>
        <p:spPr bwMode="auto">
          <a:xfrm>
            <a:off x="4479667" y="515144"/>
            <a:ext cx="5059364" cy="85725"/>
          </a:xfrm>
          <a:custGeom>
            <a:avLst/>
            <a:gdLst>
              <a:gd name="T0" fmla="*/ 0 w 5058661"/>
              <a:gd name="T1" fmla="*/ 0 h 85828"/>
              <a:gd name="T2" fmla="*/ 825482 w 5058661"/>
              <a:gd name="T3" fmla="*/ 0 h 85828"/>
              <a:gd name="T4" fmla="*/ 1334829 w 5058661"/>
              <a:gd name="T5" fmla="*/ 0 h 85828"/>
              <a:gd name="T6" fmla="*/ 1777988 w 5058661"/>
              <a:gd name="T7" fmla="*/ 0 h 85828"/>
              <a:gd name="T8" fmla="*/ 2160311 w 5058661"/>
              <a:gd name="T9" fmla="*/ 0 h 85828"/>
              <a:gd name="T10" fmla="*/ 2501802 w 5058661"/>
              <a:gd name="T11" fmla="*/ 0 h 85828"/>
              <a:gd name="T12" fmla="*/ 3112817 w 5058661"/>
              <a:gd name="T13" fmla="*/ 0 h 85828"/>
              <a:gd name="T14" fmla="*/ 3723832 w 5058661"/>
              <a:gd name="T15" fmla="*/ 0 h 85828"/>
              <a:gd name="T16" fmla="*/ 3911502 w 5058661"/>
              <a:gd name="T17" fmla="*/ 0 h 85828"/>
              <a:gd name="T18" fmla="*/ 5058661 w 5058661"/>
              <a:gd name="T19" fmla="*/ 0 h 85828"/>
              <a:gd name="T20" fmla="*/ 4993722 w 5058661"/>
              <a:gd name="T21" fmla="*/ 42270 h 85828"/>
              <a:gd name="T22" fmla="*/ 5058661 w 5058661"/>
              <a:gd name="T23" fmla="*/ 83262 h 85828"/>
              <a:gd name="T24" fmla="*/ 5058661 w 5058661"/>
              <a:gd name="T25" fmla="*/ 85828 h 85828"/>
              <a:gd name="T26" fmla="*/ 3911502 w 5058661"/>
              <a:gd name="T27" fmla="*/ 85828 h 85828"/>
              <a:gd name="T28" fmla="*/ 3725620 w 5058661"/>
              <a:gd name="T29" fmla="*/ 85828 h 85828"/>
              <a:gd name="T30" fmla="*/ 3111030 w 5058661"/>
              <a:gd name="T31" fmla="*/ 85828 h 85828"/>
              <a:gd name="T32" fmla="*/ 2501802 w 5058661"/>
              <a:gd name="T33" fmla="*/ 85828 h 85828"/>
              <a:gd name="T34" fmla="*/ 2158524 w 5058661"/>
              <a:gd name="T35" fmla="*/ 85828 h 85828"/>
              <a:gd name="T36" fmla="*/ 1777988 w 5058661"/>
              <a:gd name="T37" fmla="*/ 85828 h 85828"/>
              <a:gd name="T38" fmla="*/ 1333041 w 5058661"/>
              <a:gd name="T39" fmla="*/ 85828 h 85828"/>
              <a:gd name="T40" fmla="*/ 825482 w 5058661"/>
              <a:gd name="T41" fmla="*/ 85828 h 85828"/>
              <a:gd name="T42" fmla="*/ 0 w 5058661"/>
              <a:gd name="T43" fmla="*/ 85828 h 85828"/>
              <a:gd name="T44" fmla="*/ 0 w 5058661"/>
              <a:gd name="T45" fmla="*/ 83262 h 85828"/>
              <a:gd name="T46" fmla="*/ 64939 w 5058661"/>
              <a:gd name="T47" fmla="*/ 42270 h 85828"/>
              <a:gd name="T48" fmla="*/ 0 w 5058661"/>
              <a:gd name="T49" fmla="*/ 0 h 85828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5058661" h="85828">
                <a:moveTo>
                  <a:pt x="0" y="0"/>
                </a:moveTo>
                <a:lnTo>
                  <a:pt x="825482" y="0"/>
                </a:lnTo>
                <a:lnTo>
                  <a:pt x="1334829" y="0"/>
                </a:lnTo>
                <a:lnTo>
                  <a:pt x="1777988" y="0"/>
                </a:lnTo>
                <a:lnTo>
                  <a:pt x="2160311" y="0"/>
                </a:lnTo>
                <a:lnTo>
                  <a:pt x="2501802" y="0"/>
                </a:lnTo>
                <a:lnTo>
                  <a:pt x="3112817" y="0"/>
                </a:lnTo>
                <a:lnTo>
                  <a:pt x="3723832" y="0"/>
                </a:lnTo>
                <a:lnTo>
                  <a:pt x="3911502" y="0"/>
                </a:lnTo>
                <a:lnTo>
                  <a:pt x="5058661" y="0"/>
                </a:lnTo>
                <a:cubicBezTo>
                  <a:pt x="5036915" y="14093"/>
                  <a:pt x="5015467" y="28177"/>
                  <a:pt x="4993722" y="42270"/>
                </a:cubicBezTo>
                <a:cubicBezTo>
                  <a:pt x="5015467" y="55934"/>
                  <a:pt x="5036915" y="69598"/>
                  <a:pt x="5058661" y="83262"/>
                </a:cubicBezTo>
                <a:lnTo>
                  <a:pt x="5058661" y="85828"/>
                </a:lnTo>
                <a:lnTo>
                  <a:pt x="3911502" y="85828"/>
                </a:lnTo>
                <a:lnTo>
                  <a:pt x="3725620" y="85828"/>
                </a:lnTo>
                <a:lnTo>
                  <a:pt x="3111030" y="85828"/>
                </a:lnTo>
                <a:lnTo>
                  <a:pt x="2501802" y="85828"/>
                </a:lnTo>
                <a:lnTo>
                  <a:pt x="2158524" y="85828"/>
                </a:lnTo>
                <a:lnTo>
                  <a:pt x="1777988" y="85828"/>
                </a:lnTo>
                <a:lnTo>
                  <a:pt x="1333041" y="85828"/>
                </a:lnTo>
                <a:lnTo>
                  <a:pt x="825482" y="85828"/>
                </a:lnTo>
                <a:lnTo>
                  <a:pt x="0" y="85828"/>
                </a:lnTo>
                <a:lnTo>
                  <a:pt x="0" y="83262"/>
                </a:lnTo>
                <a:cubicBezTo>
                  <a:pt x="21745" y="69598"/>
                  <a:pt x="43193" y="55934"/>
                  <a:pt x="64939" y="42270"/>
                </a:cubicBezTo>
                <a:cubicBezTo>
                  <a:pt x="43193" y="28177"/>
                  <a:pt x="21745" y="14093"/>
                  <a:pt x="0" y="0"/>
                </a:cubicBezTo>
                <a:close/>
              </a:path>
            </a:pathLst>
          </a:custGeom>
          <a:solidFill>
            <a:srgbClr val="0266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52" name="Picture 1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95131" y="265114"/>
            <a:ext cx="993774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2" name="Group 41"/>
          <p:cNvGrpSpPr/>
          <p:nvPr userDrawn="1"/>
        </p:nvGrpSpPr>
        <p:grpSpPr>
          <a:xfrm>
            <a:off x="8101678" y="518848"/>
            <a:ext cx="1437351" cy="82022"/>
            <a:chOff x="8042146" y="526088"/>
            <a:chExt cx="1437351" cy="82022"/>
          </a:xfrm>
        </p:grpSpPr>
        <p:sp>
          <p:nvSpPr>
            <p:cNvPr id="43" name="Freeform 9"/>
            <p:cNvSpPr>
              <a:spLocks/>
            </p:cNvSpPr>
            <p:nvPr userDrawn="1"/>
          </p:nvSpPr>
          <p:spPr bwMode="auto">
            <a:xfrm flipH="1">
              <a:off x="8144668" y="526088"/>
              <a:ext cx="1334829" cy="82022"/>
            </a:xfrm>
            <a:custGeom>
              <a:avLst/>
              <a:gdLst>
                <a:gd name="T0" fmla="*/ 0 w 2114"/>
                <a:gd name="T1" fmla="*/ 0 h 67"/>
                <a:gd name="T2" fmla="*/ 0 w 2114"/>
                <a:gd name="T3" fmla="*/ 0 h 67"/>
                <a:gd name="T4" fmla="*/ 46 w 2114"/>
                <a:gd name="T5" fmla="*/ 33 h 67"/>
                <a:gd name="T6" fmla="*/ 0 w 2114"/>
                <a:gd name="T7" fmla="*/ 65 h 67"/>
                <a:gd name="T8" fmla="*/ 0 w 2114"/>
                <a:gd name="T9" fmla="*/ 67 h 67"/>
                <a:gd name="T10" fmla="*/ 2114 w 2114"/>
                <a:gd name="T11" fmla="*/ 67 h 67"/>
                <a:gd name="T12" fmla="*/ 2114 w 2114"/>
                <a:gd name="T13" fmla="*/ 0 h 67"/>
                <a:gd name="T14" fmla="*/ 0 w 2114"/>
                <a:gd name="T15" fmla="*/ 0 h 67"/>
                <a:gd name="connsiteX0" fmla="*/ 0 w 10000"/>
                <a:gd name="connsiteY0" fmla="*/ 0 h 10000"/>
                <a:gd name="connsiteX1" fmla="*/ 0 w 10000"/>
                <a:gd name="connsiteY1" fmla="*/ 0 h 10000"/>
                <a:gd name="connsiteX2" fmla="*/ 218 w 10000"/>
                <a:gd name="connsiteY2" fmla="*/ 4925 h 10000"/>
                <a:gd name="connsiteX3" fmla="*/ 0 w 10000"/>
                <a:gd name="connsiteY3" fmla="*/ 9701 h 10000"/>
                <a:gd name="connsiteX4" fmla="*/ 0 w 10000"/>
                <a:gd name="connsiteY4" fmla="*/ 10000 h 10000"/>
                <a:gd name="connsiteX5" fmla="*/ 10000 w 10000"/>
                <a:gd name="connsiteY5" fmla="*/ 10000 h 10000"/>
                <a:gd name="connsiteX6" fmla="*/ 4481 w 10000"/>
                <a:gd name="connsiteY6" fmla="*/ 0 h 10000"/>
                <a:gd name="connsiteX7" fmla="*/ 0 w 10000"/>
                <a:gd name="connsiteY7" fmla="*/ 0 h 10000"/>
                <a:gd name="connsiteX0" fmla="*/ 0 w 4481"/>
                <a:gd name="connsiteY0" fmla="*/ 0 h 10000"/>
                <a:gd name="connsiteX1" fmla="*/ 0 w 4481"/>
                <a:gd name="connsiteY1" fmla="*/ 0 h 10000"/>
                <a:gd name="connsiteX2" fmla="*/ 218 w 4481"/>
                <a:gd name="connsiteY2" fmla="*/ 4925 h 10000"/>
                <a:gd name="connsiteX3" fmla="*/ 0 w 4481"/>
                <a:gd name="connsiteY3" fmla="*/ 9701 h 10000"/>
                <a:gd name="connsiteX4" fmla="*/ 0 w 4481"/>
                <a:gd name="connsiteY4" fmla="*/ 10000 h 10000"/>
                <a:gd name="connsiteX5" fmla="*/ 4475 w 4481"/>
                <a:gd name="connsiteY5" fmla="*/ 10000 h 10000"/>
                <a:gd name="connsiteX6" fmla="*/ 4481 w 4481"/>
                <a:gd name="connsiteY6" fmla="*/ 0 h 10000"/>
                <a:gd name="connsiteX7" fmla="*/ 0 w 4481"/>
                <a:gd name="connsiteY7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81" h="10000">
                  <a:moveTo>
                    <a:pt x="0" y="0"/>
                  </a:moveTo>
                  <a:lnTo>
                    <a:pt x="0" y="0"/>
                  </a:lnTo>
                  <a:cubicBezTo>
                    <a:pt x="73" y="1642"/>
                    <a:pt x="145" y="3283"/>
                    <a:pt x="218" y="4925"/>
                  </a:cubicBezTo>
                  <a:cubicBezTo>
                    <a:pt x="145" y="6517"/>
                    <a:pt x="73" y="8109"/>
                    <a:pt x="0" y="9701"/>
                  </a:cubicBezTo>
                  <a:lnTo>
                    <a:pt x="0" y="10000"/>
                  </a:lnTo>
                  <a:lnTo>
                    <a:pt x="4475" y="10000"/>
                  </a:lnTo>
                  <a:cubicBezTo>
                    <a:pt x="4477" y="6667"/>
                    <a:pt x="4479" y="3333"/>
                    <a:pt x="4481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266B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>
                <a:solidFill>
                  <a:prstClr val="black"/>
                </a:solidFill>
              </a:endParaRPr>
            </a:p>
          </p:txBody>
        </p:sp>
        <p:sp>
          <p:nvSpPr>
            <p:cNvPr id="44" name="Freeform 9"/>
            <p:cNvSpPr>
              <a:spLocks/>
            </p:cNvSpPr>
            <p:nvPr userDrawn="1"/>
          </p:nvSpPr>
          <p:spPr bwMode="auto">
            <a:xfrm>
              <a:off x="8042146" y="526088"/>
              <a:ext cx="1334829" cy="82022"/>
            </a:xfrm>
            <a:custGeom>
              <a:avLst/>
              <a:gdLst>
                <a:gd name="T0" fmla="*/ 0 w 2114"/>
                <a:gd name="T1" fmla="*/ 0 h 67"/>
                <a:gd name="T2" fmla="*/ 0 w 2114"/>
                <a:gd name="T3" fmla="*/ 0 h 67"/>
                <a:gd name="T4" fmla="*/ 46 w 2114"/>
                <a:gd name="T5" fmla="*/ 33 h 67"/>
                <a:gd name="T6" fmla="*/ 0 w 2114"/>
                <a:gd name="T7" fmla="*/ 65 h 67"/>
                <a:gd name="T8" fmla="*/ 0 w 2114"/>
                <a:gd name="T9" fmla="*/ 67 h 67"/>
                <a:gd name="T10" fmla="*/ 2114 w 2114"/>
                <a:gd name="T11" fmla="*/ 67 h 67"/>
                <a:gd name="T12" fmla="*/ 2114 w 2114"/>
                <a:gd name="T13" fmla="*/ 0 h 67"/>
                <a:gd name="T14" fmla="*/ 0 w 2114"/>
                <a:gd name="T15" fmla="*/ 0 h 67"/>
                <a:gd name="connsiteX0" fmla="*/ 0 w 10000"/>
                <a:gd name="connsiteY0" fmla="*/ 0 h 10000"/>
                <a:gd name="connsiteX1" fmla="*/ 0 w 10000"/>
                <a:gd name="connsiteY1" fmla="*/ 0 h 10000"/>
                <a:gd name="connsiteX2" fmla="*/ 218 w 10000"/>
                <a:gd name="connsiteY2" fmla="*/ 4925 h 10000"/>
                <a:gd name="connsiteX3" fmla="*/ 0 w 10000"/>
                <a:gd name="connsiteY3" fmla="*/ 9701 h 10000"/>
                <a:gd name="connsiteX4" fmla="*/ 0 w 10000"/>
                <a:gd name="connsiteY4" fmla="*/ 10000 h 10000"/>
                <a:gd name="connsiteX5" fmla="*/ 10000 w 10000"/>
                <a:gd name="connsiteY5" fmla="*/ 10000 h 10000"/>
                <a:gd name="connsiteX6" fmla="*/ 4481 w 10000"/>
                <a:gd name="connsiteY6" fmla="*/ 0 h 10000"/>
                <a:gd name="connsiteX7" fmla="*/ 0 w 10000"/>
                <a:gd name="connsiteY7" fmla="*/ 0 h 10000"/>
                <a:gd name="connsiteX0" fmla="*/ 0 w 4481"/>
                <a:gd name="connsiteY0" fmla="*/ 0 h 10000"/>
                <a:gd name="connsiteX1" fmla="*/ 0 w 4481"/>
                <a:gd name="connsiteY1" fmla="*/ 0 h 10000"/>
                <a:gd name="connsiteX2" fmla="*/ 218 w 4481"/>
                <a:gd name="connsiteY2" fmla="*/ 4925 h 10000"/>
                <a:gd name="connsiteX3" fmla="*/ 0 w 4481"/>
                <a:gd name="connsiteY3" fmla="*/ 9701 h 10000"/>
                <a:gd name="connsiteX4" fmla="*/ 0 w 4481"/>
                <a:gd name="connsiteY4" fmla="*/ 10000 h 10000"/>
                <a:gd name="connsiteX5" fmla="*/ 4475 w 4481"/>
                <a:gd name="connsiteY5" fmla="*/ 10000 h 10000"/>
                <a:gd name="connsiteX6" fmla="*/ 4481 w 4481"/>
                <a:gd name="connsiteY6" fmla="*/ 0 h 10000"/>
                <a:gd name="connsiteX7" fmla="*/ 0 w 4481"/>
                <a:gd name="connsiteY7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81" h="10000">
                  <a:moveTo>
                    <a:pt x="0" y="0"/>
                  </a:moveTo>
                  <a:lnTo>
                    <a:pt x="0" y="0"/>
                  </a:lnTo>
                  <a:cubicBezTo>
                    <a:pt x="73" y="1642"/>
                    <a:pt x="145" y="3283"/>
                    <a:pt x="218" y="4925"/>
                  </a:cubicBezTo>
                  <a:cubicBezTo>
                    <a:pt x="145" y="6517"/>
                    <a:pt x="73" y="8109"/>
                    <a:pt x="0" y="9701"/>
                  </a:cubicBezTo>
                  <a:lnTo>
                    <a:pt x="0" y="10000"/>
                  </a:lnTo>
                  <a:lnTo>
                    <a:pt x="4475" y="10000"/>
                  </a:lnTo>
                  <a:cubicBezTo>
                    <a:pt x="4477" y="6667"/>
                    <a:pt x="4479" y="3333"/>
                    <a:pt x="4481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266B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baseline="-25000" dirty="0">
                <a:solidFill>
                  <a:prstClr val="black"/>
                </a:solidFill>
              </a:endParaRPr>
            </a:p>
          </p:txBody>
        </p:sp>
      </p:grpSp>
      <p:sp>
        <p:nvSpPr>
          <p:cNvPr id="55" name="Slide Number Placeholder 5"/>
          <p:cNvSpPr txBox="1">
            <a:spLocks/>
          </p:cNvSpPr>
          <p:nvPr userDrawn="1"/>
        </p:nvSpPr>
        <p:spPr>
          <a:xfrm>
            <a:off x="10265434" y="6528453"/>
            <a:ext cx="1866242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DIN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51DAFC2-1192-4F63-A889-33A8967BB7AA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45" name="Rectangle 44"/>
          <p:cNvSpPr/>
          <p:nvPr userDrawn="1"/>
        </p:nvSpPr>
        <p:spPr>
          <a:xfrm>
            <a:off x="0" y="6764338"/>
            <a:ext cx="12192000" cy="9366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54" name="Content Placeholder 48"/>
          <p:cNvSpPr>
            <a:spLocks noGrp="1"/>
          </p:cNvSpPr>
          <p:nvPr>
            <p:ph sz="quarter" idx="10"/>
          </p:nvPr>
        </p:nvSpPr>
        <p:spPr>
          <a:xfrm>
            <a:off x="733246" y="979488"/>
            <a:ext cx="11085692" cy="5534025"/>
          </a:xfrm>
        </p:spPr>
        <p:txBody>
          <a:bodyPr>
            <a:normAutofit/>
          </a:bodyPr>
          <a:lstStyle>
            <a:lvl1pPr marL="285750" indent="-285750" algn="l" rtl="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latin typeface="DIN" pitchFamily="2" charset="0"/>
              </a:defRPr>
            </a:lvl2pPr>
            <a:lvl3pPr>
              <a:defRPr>
                <a:latin typeface="DIN" pitchFamily="2" charset="0"/>
              </a:defRPr>
            </a:lvl3pPr>
            <a:lvl4pPr>
              <a:defRPr>
                <a:latin typeface="DIN" pitchFamily="2" charset="0"/>
              </a:defRPr>
            </a:lvl4pPr>
            <a:lvl5pPr>
              <a:defRPr>
                <a:latin typeface="DIN" pitchFamily="2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6" name="Title 49"/>
          <p:cNvSpPr>
            <a:spLocks noGrp="1"/>
          </p:cNvSpPr>
          <p:nvPr>
            <p:ph type="title" hasCustomPrompt="1"/>
          </p:nvPr>
        </p:nvSpPr>
        <p:spPr>
          <a:xfrm>
            <a:off x="733246" y="306388"/>
            <a:ext cx="3643900" cy="461962"/>
          </a:xfr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kern="120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title</a:t>
            </a:r>
            <a:endParaRPr lang="en-US" dirty="0"/>
          </a:p>
        </p:txBody>
      </p:sp>
      <p:sp>
        <p:nvSpPr>
          <p:cNvPr id="14" name="Freeform 9"/>
          <p:cNvSpPr>
            <a:spLocks/>
          </p:cNvSpPr>
          <p:nvPr userDrawn="1"/>
        </p:nvSpPr>
        <p:spPr bwMode="auto">
          <a:xfrm>
            <a:off x="10856915" y="515092"/>
            <a:ext cx="1334828" cy="85828"/>
          </a:xfrm>
          <a:custGeom>
            <a:avLst/>
            <a:gdLst>
              <a:gd name="T0" fmla="*/ 0 w 2114"/>
              <a:gd name="T1" fmla="*/ 0 h 67"/>
              <a:gd name="T2" fmla="*/ 0 w 2114"/>
              <a:gd name="T3" fmla="*/ 0 h 67"/>
              <a:gd name="T4" fmla="*/ 46 w 2114"/>
              <a:gd name="T5" fmla="*/ 33 h 67"/>
              <a:gd name="T6" fmla="*/ 0 w 2114"/>
              <a:gd name="T7" fmla="*/ 65 h 67"/>
              <a:gd name="T8" fmla="*/ 0 w 2114"/>
              <a:gd name="T9" fmla="*/ 67 h 67"/>
              <a:gd name="T10" fmla="*/ 2114 w 2114"/>
              <a:gd name="T11" fmla="*/ 67 h 67"/>
              <a:gd name="T12" fmla="*/ 2114 w 2114"/>
              <a:gd name="T13" fmla="*/ 0 h 67"/>
              <a:gd name="T14" fmla="*/ 0 w 2114"/>
              <a:gd name="T15" fmla="*/ 0 h 67"/>
              <a:gd name="connsiteX0" fmla="*/ 0 w 10000"/>
              <a:gd name="connsiteY0" fmla="*/ 0 h 10000"/>
              <a:gd name="connsiteX1" fmla="*/ 0 w 10000"/>
              <a:gd name="connsiteY1" fmla="*/ 0 h 10000"/>
              <a:gd name="connsiteX2" fmla="*/ 218 w 10000"/>
              <a:gd name="connsiteY2" fmla="*/ 4925 h 10000"/>
              <a:gd name="connsiteX3" fmla="*/ 0 w 10000"/>
              <a:gd name="connsiteY3" fmla="*/ 9701 h 10000"/>
              <a:gd name="connsiteX4" fmla="*/ 0 w 10000"/>
              <a:gd name="connsiteY4" fmla="*/ 10000 h 10000"/>
              <a:gd name="connsiteX5" fmla="*/ 10000 w 10000"/>
              <a:gd name="connsiteY5" fmla="*/ 10000 h 10000"/>
              <a:gd name="connsiteX6" fmla="*/ 4481 w 10000"/>
              <a:gd name="connsiteY6" fmla="*/ 0 h 10000"/>
              <a:gd name="connsiteX7" fmla="*/ 0 w 10000"/>
              <a:gd name="connsiteY7" fmla="*/ 0 h 10000"/>
              <a:gd name="connsiteX0" fmla="*/ 0 w 4481"/>
              <a:gd name="connsiteY0" fmla="*/ 0 h 10000"/>
              <a:gd name="connsiteX1" fmla="*/ 0 w 4481"/>
              <a:gd name="connsiteY1" fmla="*/ 0 h 10000"/>
              <a:gd name="connsiteX2" fmla="*/ 218 w 4481"/>
              <a:gd name="connsiteY2" fmla="*/ 4925 h 10000"/>
              <a:gd name="connsiteX3" fmla="*/ 0 w 4481"/>
              <a:gd name="connsiteY3" fmla="*/ 9701 h 10000"/>
              <a:gd name="connsiteX4" fmla="*/ 0 w 4481"/>
              <a:gd name="connsiteY4" fmla="*/ 10000 h 10000"/>
              <a:gd name="connsiteX5" fmla="*/ 4475 w 4481"/>
              <a:gd name="connsiteY5" fmla="*/ 10000 h 10000"/>
              <a:gd name="connsiteX6" fmla="*/ 4481 w 4481"/>
              <a:gd name="connsiteY6" fmla="*/ 0 h 10000"/>
              <a:gd name="connsiteX7" fmla="*/ 0 w 4481"/>
              <a:gd name="connsiteY7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81" h="10000">
                <a:moveTo>
                  <a:pt x="0" y="0"/>
                </a:moveTo>
                <a:lnTo>
                  <a:pt x="0" y="0"/>
                </a:lnTo>
                <a:cubicBezTo>
                  <a:pt x="73" y="1642"/>
                  <a:pt x="145" y="3283"/>
                  <a:pt x="218" y="4925"/>
                </a:cubicBezTo>
                <a:cubicBezTo>
                  <a:pt x="145" y="6517"/>
                  <a:pt x="73" y="8109"/>
                  <a:pt x="0" y="9701"/>
                </a:cubicBezTo>
                <a:lnTo>
                  <a:pt x="0" y="10000"/>
                </a:lnTo>
                <a:lnTo>
                  <a:pt x="4475" y="10000"/>
                </a:lnTo>
                <a:cubicBezTo>
                  <a:pt x="4477" y="6667"/>
                  <a:pt x="4479" y="3333"/>
                  <a:pt x="4481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0266B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086609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orient="horz" pos="2160">
          <p15:clr>
            <a:srgbClr val="FBAE40"/>
          </p15:clr>
        </p15:guide>
        <p15:guide id="2" pos="6053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1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01085" y="265114"/>
            <a:ext cx="993774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Rectangle 39"/>
          <p:cNvSpPr/>
          <p:nvPr userDrawn="1"/>
        </p:nvSpPr>
        <p:spPr>
          <a:xfrm>
            <a:off x="0" y="6764338"/>
            <a:ext cx="12192000" cy="9366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44" name="Rectangle 36"/>
          <p:cNvSpPr>
            <a:spLocks noChangeArrowheads="1"/>
          </p:cNvSpPr>
          <p:nvPr userDrawn="1"/>
        </p:nvSpPr>
        <p:spPr bwMode="auto">
          <a:xfrm>
            <a:off x="100013" y="6513514"/>
            <a:ext cx="837089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IN" altLang="en-US" sz="900" dirty="0">
                <a:solidFill>
                  <a:prstClr val="black"/>
                </a:solidFill>
                <a:latin typeface="DIN" pitchFamily="50" charset="0"/>
              </a:rPr>
              <a:t>www.aisglass.com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0265434" y="6528453"/>
            <a:ext cx="1866242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DIN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51DAFC2-1192-4F63-A889-33A8967BB7AA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68922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0718B-BE40-43A8-AD86-E24BCAD25010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01-11-2021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AFC2-1192-4F63-A889-33A8967BB7AA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1208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0718B-BE40-43A8-AD86-E24BCAD25010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01-11-2021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AFC2-1192-4F63-A889-33A8967BB7AA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7667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0718B-BE40-43A8-AD86-E24BCAD25010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01-11-2021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AFC2-1192-4F63-A889-33A8967BB7AA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0587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0718B-BE40-43A8-AD86-E24BCAD25010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01-11-2021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AFC2-1192-4F63-A889-33A8967BB7AA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9268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0718B-BE40-43A8-AD86-E24BCAD25010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01-11-2021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AFC2-1192-4F63-A889-33A8967BB7AA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7857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0718B-BE40-43A8-AD86-E24BCAD25010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01-11-2021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AFC2-1192-4F63-A889-33A8967BB7AA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59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0718B-BE40-43A8-AD86-E24BCAD25010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01-11-2021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AFC2-1192-4F63-A889-33A8967BB7AA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43644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0718B-BE40-43A8-AD86-E24BCAD25010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01-11-2021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AFC2-1192-4F63-A889-33A8967BB7AA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97474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0718B-BE40-43A8-AD86-E24BCAD25010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01-11-2021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AFC2-1192-4F63-A889-33A8967BB7AA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5280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199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40718B-BE40-43A8-AD86-E24BCAD25010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01-11-2021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DIN" pitchFamily="2" charset="0"/>
              </a:defRPr>
            </a:lvl1pPr>
          </a:lstStyle>
          <a:p>
            <a:fld id="{151DAFC2-1192-4F63-A889-33A8967BB7AA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5614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72466"/>
              </p:ext>
            </p:extLst>
          </p:nvPr>
        </p:nvGraphicFramePr>
        <p:xfrm>
          <a:off x="6078828" y="1455316"/>
          <a:ext cx="5692461" cy="23373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62002"/>
                <a:gridCol w="2280443"/>
                <a:gridCol w="2550016"/>
              </a:tblGrid>
              <a:tr h="74659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 smtClean="0">
                          <a:effectLst/>
                          <a:latin typeface="Times New Roman"/>
                          <a:ea typeface="Calibri"/>
                        </a:rPr>
                        <a:t>Sl</a:t>
                      </a:r>
                      <a:r>
                        <a:rPr lang="en-US" sz="1600" dirty="0" smtClean="0">
                          <a:effectLst/>
                          <a:latin typeface="Times New Roman"/>
                          <a:ea typeface="Calibri"/>
                        </a:rPr>
                        <a:t> No.</a:t>
                      </a:r>
                      <a:endParaRPr lang="en-US" sz="16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</a:rPr>
                        <a:t>Part No.</a:t>
                      </a:r>
                      <a:endParaRPr lang="en-US" sz="16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n-lt"/>
                          <a:ea typeface="+mn-ea"/>
                        </a:rPr>
                        <a:t>Part</a:t>
                      </a:r>
                      <a:r>
                        <a:rPr lang="en-US" sz="1400" baseline="0" dirty="0" smtClean="0">
                          <a:effectLst/>
                          <a:latin typeface="+mn-lt"/>
                          <a:ea typeface="+mn-ea"/>
                        </a:rPr>
                        <a:t> Name</a:t>
                      </a:r>
                      <a:endParaRPr lang="en-US" sz="16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/>
                </a:tc>
              </a:tr>
              <a:tr h="53025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/>
                          <a:ea typeface="Calibri"/>
                        </a:rPr>
                        <a:t>1</a:t>
                      </a:r>
                      <a:endParaRPr lang="en-US" sz="16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/>
                          <a:ea typeface="Calibri"/>
                        </a:rPr>
                        <a:t>FT100100 (NGC FH)</a:t>
                      </a:r>
                      <a:endParaRPr lang="en-US" sz="16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/>
                          <a:ea typeface="Calibri"/>
                        </a:rPr>
                        <a:t>GLASS WINDSHIELD</a:t>
                      </a:r>
                      <a:endParaRPr lang="en-US" sz="16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/>
                </a:tc>
              </a:tr>
              <a:tr h="53025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/>
                          <a:ea typeface="Calibri"/>
                        </a:rPr>
                        <a:t>2</a:t>
                      </a:r>
                      <a:endParaRPr lang="en-US" sz="16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/>
                          <a:ea typeface="Calibri"/>
                        </a:rPr>
                        <a:t>F1104300 (G90 FH)</a:t>
                      </a:r>
                      <a:endParaRPr lang="en-US" sz="16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/>
                          <a:ea typeface="Calibri"/>
                        </a:rPr>
                        <a:t>GLASS WIND SHIELD </a:t>
                      </a:r>
                      <a:endParaRPr lang="en-US" sz="16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/>
                </a:tc>
              </a:tr>
              <a:tr h="53025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/>
                          <a:ea typeface="Calibri"/>
                        </a:rPr>
                        <a:t>3</a:t>
                      </a:r>
                      <a:endParaRPr lang="en-US" sz="16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/>
                          <a:ea typeface="Calibri"/>
                        </a:rPr>
                        <a:t>X5R01400 (ACT FH)</a:t>
                      </a:r>
                      <a:endParaRPr lang="en-US" sz="16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effectLst/>
                          <a:latin typeface="Times New Roman"/>
                          <a:ea typeface="Calibri"/>
                        </a:rPr>
                        <a:t>GLASS WINDSHIELD</a:t>
                      </a: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648885"/>
              </p:ext>
            </p:extLst>
          </p:nvPr>
        </p:nvGraphicFramePr>
        <p:xfrm>
          <a:off x="6115318" y="4453949"/>
          <a:ext cx="5540061" cy="22688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63791"/>
                <a:gridCol w="2676270"/>
              </a:tblGrid>
              <a:tr h="5907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QR Code Sticker </a:t>
                      </a:r>
                      <a:r>
                        <a:rPr lang="en-US" sz="1400" dirty="0" smtClean="0">
                          <a:effectLst/>
                        </a:rPr>
                        <a:t>Details:</a:t>
                      </a:r>
                      <a:endParaRPr lang="en-US" sz="16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Remarks</a:t>
                      </a:r>
                      <a:endParaRPr lang="en-US" sz="160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/>
                </a:tc>
              </a:tr>
              <a:tr h="41953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1. Overall size of sticker </a:t>
                      </a:r>
                      <a:endParaRPr lang="en-US" sz="160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50*25 mm</a:t>
                      </a:r>
                      <a:endParaRPr lang="en-US" sz="16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/>
                </a:tc>
              </a:tr>
              <a:tr h="41953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2. Sticker material </a:t>
                      </a:r>
                      <a:endParaRPr lang="en-US" sz="160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High gloss opaque polyester </a:t>
                      </a:r>
                      <a:endParaRPr lang="en-US" sz="16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/>
                </a:tc>
              </a:tr>
              <a:tr h="41953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3. QR code size </a:t>
                      </a:r>
                      <a:endParaRPr lang="en-US" sz="160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10*10 mm </a:t>
                      </a:r>
                      <a:endParaRPr lang="en-US" sz="16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/>
                </a:tc>
              </a:tr>
              <a:tr h="41953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4. Gap all around </a:t>
                      </a:r>
                      <a:endParaRPr lang="en-US" sz="16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r>
                        <a:rPr lang="en-US" sz="1400" dirty="0" smtClean="0">
                          <a:effectLst/>
                        </a:rPr>
                        <a:t>3 </a:t>
                      </a:r>
                      <a:r>
                        <a:rPr lang="en-US" sz="1400" dirty="0">
                          <a:effectLst/>
                        </a:rPr>
                        <a:t>mm</a:t>
                      </a:r>
                      <a:endParaRPr lang="en-US" sz="16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="" xmlns:a16="http://schemas.microsoft.com/office/drawing/2014/main" id="{B5E44381-B189-42B3-99DD-D4AE256BA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977733"/>
              </p:ext>
            </p:extLst>
          </p:nvPr>
        </p:nvGraphicFramePr>
        <p:xfrm>
          <a:off x="326727" y="1216953"/>
          <a:ext cx="5172552" cy="5359600"/>
        </p:xfrm>
        <a:graphic>
          <a:graphicData uri="http://schemas.openxmlformats.org/drawingml/2006/table">
            <a:tbl>
              <a:tblPr firstRow="1" firstCol="1" bandRow="1"/>
              <a:tblGrid>
                <a:gridCol w="659284">
                  <a:extLst>
                    <a:ext uri="{9D8B030D-6E8A-4147-A177-3AD203B41FA5}">
                      <a16:colId xmlns="" xmlns:a16="http://schemas.microsoft.com/office/drawing/2014/main" val="12334853"/>
                    </a:ext>
                  </a:extLst>
                </a:gridCol>
                <a:gridCol w="1744310">
                  <a:extLst>
                    <a:ext uri="{9D8B030D-6E8A-4147-A177-3AD203B41FA5}">
                      <a16:colId xmlns="" xmlns:a16="http://schemas.microsoft.com/office/drawing/2014/main" val="4150735626"/>
                    </a:ext>
                  </a:extLst>
                </a:gridCol>
                <a:gridCol w="2768958">
                  <a:extLst>
                    <a:ext uri="{9D8B030D-6E8A-4147-A177-3AD203B41FA5}">
                      <a16:colId xmlns="" xmlns:a16="http://schemas.microsoft.com/office/drawing/2014/main" val="2713956194"/>
                    </a:ext>
                  </a:extLst>
                </a:gridCol>
              </a:tblGrid>
              <a:tr h="76749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Sl.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No.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Provisions in 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QR Code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Mandatory Field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609045920"/>
                  </a:ext>
                </a:extLst>
              </a:tr>
              <a:tr h="43856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Supplier Code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7200976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B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290044915"/>
                  </a:ext>
                </a:extLst>
              </a:tr>
              <a:tr h="43856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Part Number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Refer</a:t>
                      </a:r>
                      <a:r>
                        <a:rPr lang="en-US" sz="1800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part matrix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341990365"/>
                  </a:ext>
                </a:extLst>
              </a:tr>
              <a:tr h="43856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Serial Number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B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69324911"/>
                  </a:ext>
                </a:extLst>
              </a:tr>
              <a:tr h="43856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Date of Mfg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177058598"/>
                  </a:ext>
                </a:extLst>
              </a:tr>
              <a:tr h="43856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Batch Code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Production Shift (A, B &amp; C)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B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791120617"/>
                  </a:ext>
                </a:extLst>
              </a:tr>
              <a:tr h="43856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Heat Code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424025599"/>
                  </a:ext>
                </a:extLst>
              </a:tr>
              <a:tr h="43856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Material Code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B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96576583"/>
                  </a:ext>
                </a:extLst>
              </a:tr>
              <a:tr h="4434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Drawing level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#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39944904"/>
                  </a:ext>
                </a:extLst>
              </a:tr>
              <a:tr h="43856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Part Description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Glass</a:t>
                      </a:r>
                      <a:r>
                        <a:rPr lang="en-US" sz="1800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_Windshield (15 Digits)</a:t>
                      </a:r>
                      <a:endParaRPr lang="en-US" sz="18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B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422456171"/>
                  </a:ext>
                </a:extLst>
              </a:tr>
              <a:tr h="43856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Tier 1 Supplier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616389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88674" y="1030310"/>
            <a:ext cx="1970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Part Matrix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001553" y="3951670"/>
            <a:ext cx="1970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QR Code Details</a:t>
            </a:r>
            <a:endParaRPr lang="en-US" dirty="0"/>
          </a:p>
        </p:txBody>
      </p:sp>
      <p:sp>
        <p:nvSpPr>
          <p:cNvPr id="9" name="Flowchart: Alternate Process 8"/>
          <p:cNvSpPr/>
          <p:nvPr/>
        </p:nvSpPr>
        <p:spPr>
          <a:xfrm>
            <a:off x="31658" y="160509"/>
            <a:ext cx="6225449" cy="530962"/>
          </a:xfrm>
          <a:prstGeom prst="flowChartAlternateProcess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prstClr val="black"/>
                </a:solidFill>
                <a:latin typeface="Cambria" pitchFamily="18" charset="0"/>
              </a:rPr>
              <a:t>QR Code Specification </a:t>
            </a:r>
            <a:r>
              <a:rPr lang="en-IN" b="1" dirty="0" smtClean="0">
                <a:solidFill>
                  <a:prstClr val="black"/>
                </a:solidFill>
                <a:latin typeface="Cambria" pitchFamily="18" charset="0"/>
              </a:rPr>
              <a:t>: Ashok Leyland, Pantnagar</a:t>
            </a:r>
          </a:p>
        </p:txBody>
      </p:sp>
    </p:spTree>
    <p:extLst>
      <p:ext uri="{BB962C8B-B14F-4D97-AF65-F5344CB8AC3E}">
        <p14:creationId xmlns:p14="http://schemas.microsoft.com/office/powerpoint/2010/main" val="1231192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Alternate Process 8"/>
          <p:cNvSpPr/>
          <p:nvPr/>
        </p:nvSpPr>
        <p:spPr>
          <a:xfrm>
            <a:off x="31658" y="160509"/>
            <a:ext cx="6225449" cy="530962"/>
          </a:xfrm>
          <a:prstGeom prst="flowChartAlternateProcess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prstClr val="black"/>
                </a:solidFill>
                <a:latin typeface="Cambria" pitchFamily="18" charset="0"/>
              </a:rPr>
              <a:t>QR Code Specification </a:t>
            </a:r>
            <a:r>
              <a:rPr lang="en-IN" b="1" dirty="0" smtClean="0">
                <a:solidFill>
                  <a:prstClr val="black"/>
                </a:solidFill>
                <a:latin typeface="Cambria" pitchFamily="18" charset="0"/>
              </a:rPr>
              <a:t>: Ashok Leyland, Pantnagar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643944" y="1300766"/>
            <a:ext cx="5898524" cy="2228045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843566" y="1430261"/>
            <a:ext cx="5499279" cy="189319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843566" y="1468191"/>
            <a:ext cx="1300767" cy="11462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28832" y="2240924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25 mm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37371" y="5396249"/>
            <a:ext cx="114826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  <a:r>
              <a:rPr lang="en-US" dirty="0" smtClean="0"/>
              <a:t>upplier code $ Part No. $ Serial No. $ Date of Mfg. $ Batch code $ Heat code $ Material code $ Drawing level </a:t>
            </a:r>
          </a:p>
          <a:p>
            <a:r>
              <a:rPr lang="en-US" dirty="0" smtClean="0"/>
              <a:t>$ Part description $ Supplier Name$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37371" y="6262965"/>
            <a:ext cx="10532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7200976$FT100100$0123$08.09.2021$A$NA$NA$#$WINDSHIELD$AIS$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 bwMode="auto">
          <a:xfrm>
            <a:off x="8615965" y="6237207"/>
            <a:ext cx="2318197" cy="369332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Total Digit: 58 Nos.</a:t>
            </a:r>
          </a:p>
        </p:txBody>
      </p:sp>
      <p:cxnSp>
        <p:nvCxnSpPr>
          <p:cNvPr id="17" name="Straight Arrow Connector 16"/>
          <p:cNvCxnSpPr/>
          <p:nvPr/>
        </p:nvCxnSpPr>
        <p:spPr bwMode="auto">
          <a:xfrm>
            <a:off x="6800045" y="1300766"/>
            <a:ext cx="0" cy="222804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>
            <a:off x="643944" y="3747423"/>
            <a:ext cx="589852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2723209" y="3900152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50 mm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 bwMode="auto">
          <a:xfrm>
            <a:off x="2264535" y="1436764"/>
            <a:ext cx="0" cy="11725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21" name="Straight Arrow Connector 20"/>
          <p:cNvCxnSpPr/>
          <p:nvPr/>
        </p:nvCxnSpPr>
        <p:spPr bwMode="auto">
          <a:xfrm>
            <a:off x="824064" y="2738249"/>
            <a:ext cx="135331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1029968" y="2770584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10 mm</a:t>
            </a:r>
            <a:endParaRPr lang="en-US" sz="1400" dirty="0"/>
          </a:p>
        </p:txBody>
      </p:sp>
      <p:sp>
        <p:nvSpPr>
          <p:cNvPr id="23" name="TextBox 22"/>
          <p:cNvSpPr txBox="1"/>
          <p:nvPr/>
        </p:nvSpPr>
        <p:spPr>
          <a:xfrm>
            <a:off x="2331075" y="1825509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10 mm</a:t>
            </a:r>
            <a:endParaRPr lang="en-US" sz="1400" dirty="0"/>
          </a:p>
        </p:txBody>
      </p:sp>
      <p:cxnSp>
        <p:nvCxnSpPr>
          <p:cNvPr id="24" name="Straight Arrow Connector 23"/>
          <p:cNvCxnSpPr/>
          <p:nvPr/>
        </p:nvCxnSpPr>
        <p:spPr bwMode="auto">
          <a:xfrm>
            <a:off x="5456346" y="1268781"/>
            <a:ext cx="0" cy="2319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25" name="Straight Arrow Connector 24"/>
          <p:cNvCxnSpPr/>
          <p:nvPr/>
        </p:nvCxnSpPr>
        <p:spPr bwMode="auto">
          <a:xfrm>
            <a:off x="5921478" y="2169206"/>
            <a:ext cx="2256607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8178086" y="1509470"/>
            <a:ext cx="3902298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Part No.- FT100100</a:t>
            </a:r>
          </a:p>
          <a:p>
            <a:r>
              <a:rPr lang="en-US" dirty="0" smtClean="0"/>
              <a:t>Part Name- Windshield</a:t>
            </a:r>
          </a:p>
          <a:p>
            <a:r>
              <a:rPr lang="en-US" dirty="0" smtClean="0"/>
              <a:t>Serial No. – XXXX</a:t>
            </a:r>
          </a:p>
          <a:p>
            <a:r>
              <a:rPr lang="en-US" dirty="0" smtClean="0"/>
              <a:t>Date of Mfg. – XX.XX.XXXX</a:t>
            </a:r>
          </a:p>
          <a:p>
            <a:r>
              <a:rPr lang="en-US" dirty="0" smtClean="0"/>
              <a:t>Supplier - Asahi India Glass Limited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7818819" y="1060929"/>
            <a:ext cx="358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Information in Vacant area: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7509828" y="3150714"/>
            <a:ext cx="3414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Sample QR Code Sticker </a:t>
            </a:r>
            <a:endParaRPr lang="en-US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2"/>
          <a:srcRect t="5181" r="50068" b="2241"/>
          <a:stretch/>
        </p:blipFill>
        <p:spPr>
          <a:xfrm rot="5400000">
            <a:off x="8294221" y="2965803"/>
            <a:ext cx="1550035" cy="294140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494235" y="1005868"/>
            <a:ext cx="17965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Gap 03 mm all around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58923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96517" y="197205"/>
            <a:ext cx="5434642" cy="461962"/>
          </a:xfrm>
        </p:spPr>
        <p:txBody>
          <a:bodyPr/>
          <a:lstStyle/>
          <a:p>
            <a:r>
              <a:rPr lang="en-US" dirty="0" smtClean="0"/>
              <a:t>QR Code Sticker Requirements: AL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725925"/>
              </p:ext>
            </p:extLst>
          </p:nvPr>
        </p:nvGraphicFramePr>
        <p:xfrm>
          <a:off x="346763" y="868459"/>
          <a:ext cx="7159506" cy="14107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11153"/>
                <a:gridCol w="2750562"/>
                <a:gridCol w="2797791"/>
              </a:tblGrid>
              <a:tr h="45060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 smtClean="0">
                          <a:effectLst/>
                          <a:latin typeface="Times New Roman"/>
                          <a:ea typeface="Calibri"/>
                        </a:rPr>
                        <a:t>Sl</a:t>
                      </a:r>
                      <a:r>
                        <a:rPr lang="en-US" sz="1600" dirty="0" smtClean="0">
                          <a:effectLst/>
                          <a:latin typeface="Times New Roman"/>
                          <a:ea typeface="Calibri"/>
                        </a:rPr>
                        <a:t> No.</a:t>
                      </a:r>
                      <a:endParaRPr lang="en-US" sz="16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</a:rPr>
                        <a:t>Part No.</a:t>
                      </a:r>
                      <a:endParaRPr lang="en-US" sz="16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n-lt"/>
                          <a:ea typeface="+mn-ea"/>
                        </a:rPr>
                        <a:t>Part</a:t>
                      </a:r>
                      <a:r>
                        <a:rPr lang="en-US" sz="1400" baseline="0" dirty="0" smtClean="0">
                          <a:effectLst/>
                          <a:latin typeface="+mn-lt"/>
                          <a:ea typeface="+mn-ea"/>
                        </a:rPr>
                        <a:t> Name</a:t>
                      </a:r>
                      <a:endParaRPr lang="en-US" sz="16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/>
                </a:tc>
              </a:tr>
              <a:tr h="32003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/>
                          <a:ea typeface="Calibri"/>
                        </a:rPr>
                        <a:t>1</a:t>
                      </a:r>
                      <a:endParaRPr lang="en-US" sz="16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/>
                          <a:ea typeface="Calibri"/>
                        </a:rPr>
                        <a:t>FT100100 (NGC FH)</a:t>
                      </a:r>
                      <a:endParaRPr lang="en-US" sz="16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/>
                          <a:ea typeface="Calibri"/>
                        </a:rPr>
                        <a:t>GLASS WINDSHIELD</a:t>
                      </a:r>
                      <a:endParaRPr lang="en-US" sz="16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/>
                </a:tc>
              </a:tr>
              <a:tr h="32003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/>
                          <a:ea typeface="Calibri"/>
                        </a:rPr>
                        <a:t>2</a:t>
                      </a:r>
                      <a:endParaRPr lang="en-US" sz="16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/>
                          <a:ea typeface="Calibri"/>
                        </a:rPr>
                        <a:t>F1104300 (G90 FH)</a:t>
                      </a:r>
                      <a:endParaRPr lang="en-US" sz="16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/>
                          <a:ea typeface="Calibri"/>
                        </a:rPr>
                        <a:t>GLASS WIND SHIELD </a:t>
                      </a:r>
                      <a:endParaRPr lang="en-US" sz="16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/>
                </a:tc>
              </a:tr>
              <a:tr h="32003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/>
                          <a:ea typeface="Calibri"/>
                        </a:rPr>
                        <a:t>3</a:t>
                      </a:r>
                      <a:endParaRPr lang="en-US" sz="16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/>
                          <a:ea typeface="Calibri"/>
                        </a:rPr>
                        <a:t>X5R01400 (ACT FH)</a:t>
                      </a:r>
                      <a:endParaRPr lang="en-US" sz="16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effectLst/>
                          <a:latin typeface="Times New Roman"/>
                          <a:ea typeface="Calibri"/>
                        </a:rPr>
                        <a:t>GLASS WINDSHIELD</a:t>
                      </a: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37371" y="2752502"/>
            <a:ext cx="10532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7200976$FT100100$0001$27.10.2021$A$NA$NA$#$WINDSHIELD$AIS$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925116" y="2572953"/>
            <a:ext cx="3902298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Part No.- FT100100</a:t>
            </a:r>
          </a:p>
          <a:p>
            <a:r>
              <a:rPr lang="en-US" sz="1400" dirty="0" smtClean="0"/>
              <a:t>Part Name- Windshield</a:t>
            </a:r>
          </a:p>
          <a:p>
            <a:r>
              <a:rPr lang="en-US" sz="1400" dirty="0" smtClean="0"/>
              <a:t>Serial No. – 0001</a:t>
            </a:r>
          </a:p>
          <a:p>
            <a:r>
              <a:rPr lang="en-US" sz="1400" dirty="0" smtClean="0"/>
              <a:t>Date of Mfg. – 27.10.2021</a:t>
            </a:r>
          </a:p>
          <a:p>
            <a:r>
              <a:rPr lang="en-US" sz="1400" dirty="0" smtClean="0"/>
              <a:t>Asahi India Glass Limited</a:t>
            </a:r>
            <a:endParaRPr lang="en-US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323723" y="2384527"/>
            <a:ext cx="29248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QR Code Input: Model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43228" y="2285160"/>
            <a:ext cx="29248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Information in Vacant area:</a:t>
            </a:r>
            <a:endParaRPr lang="en-US" sz="16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287793" y="2316287"/>
            <a:ext cx="1160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Model: 1</a:t>
            </a:r>
            <a:endParaRPr lang="en-US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325995" y="4258358"/>
            <a:ext cx="10532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7200976$F1104300$0001$05.10.2021$A$NA$NA$#$WINDSHIELD$AIS$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7968332" y="4051513"/>
            <a:ext cx="3902298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Part No.- F1104300</a:t>
            </a:r>
          </a:p>
          <a:p>
            <a:r>
              <a:rPr lang="en-US" sz="1400" dirty="0" smtClean="0"/>
              <a:t>Part Name- Windshield</a:t>
            </a:r>
          </a:p>
          <a:p>
            <a:r>
              <a:rPr lang="en-US" sz="1400" dirty="0" smtClean="0"/>
              <a:t>Serial No. – 0001</a:t>
            </a:r>
          </a:p>
          <a:p>
            <a:r>
              <a:rPr lang="en-US" sz="1400" dirty="0" smtClean="0"/>
              <a:t>Date of Mfg. – 05.10.2021</a:t>
            </a:r>
          </a:p>
          <a:p>
            <a:r>
              <a:rPr lang="en-US" sz="1400" dirty="0" smtClean="0"/>
              <a:t>Asahi India Glass Limited</a:t>
            </a:r>
            <a:endParaRPr lang="en-US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325995" y="3917679"/>
            <a:ext cx="29248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QR Code Input: Model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6444" y="3736424"/>
            <a:ext cx="29248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Information in Vacant area:</a:t>
            </a:r>
            <a:endParaRPr lang="en-US" sz="16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10358305" y="3767551"/>
            <a:ext cx="1160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Model: 2</a:t>
            </a:r>
            <a:endParaRPr lang="en-US" sz="14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2"/>
          <a:srcRect t="5181" r="50068" b="2241"/>
          <a:stretch/>
        </p:blipFill>
        <p:spPr>
          <a:xfrm rot="5400000">
            <a:off x="8815660" y="200389"/>
            <a:ext cx="1465106" cy="27802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41915" y="5700470"/>
            <a:ext cx="10532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7200976$X5R01400$0001$18.10.2021$A$NA$NA$#$WINDSHIELD$AIS$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7984252" y="5479977"/>
            <a:ext cx="3902298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Part No.- X5R01400</a:t>
            </a:r>
          </a:p>
          <a:p>
            <a:r>
              <a:rPr lang="en-US" sz="1400" dirty="0" smtClean="0"/>
              <a:t>Part Name- Windshield</a:t>
            </a:r>
          </a:p>
          <a:p>
            <a:r>
              <a:rPr lang="en-US" sz="1400" dirty="0" smtClean="0"/>
              <a:t>Serial No. – 0001</a:t>
            </a:r>
          </a:p>
          <a:p>
            <a:r>
              <a:rPr lang="en-US" sz="1400" dirty="0" smtClean="0"/>
              <a:t>Date of Mfg. – 18.10.2021</a:t>
            </a:r>
          </a:p>
          <a:p>
            <a:r>
              <a:rPr lang="en-US" sz="1400" dirty="0" smtClean="0"/>
              <a:t>Asahi India Glass Limited</a:t>
            </a:r>
            <a:endParaRPr lang="en-US" sz="1400" dirty="0"/>
          </a:p>
        </p:txBody>
      </p:sp>
      <p:sp>
        <p:nvSpPr>
          <p:cNvPr id="19" name="TextBox 18"/>
          <p:cNvSpPr txBox="1"/>
          <p:nvPr/>
        </p:nvSpPr>
        <p:spPr>
          <a:xfrm>
            <a:off x="341915" y="5359791"/>
            <a:ext cx="29248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QR Code Input: Model </a:t>
            </a:r>
            <a:r>
              <a:rPr lang="en-US" sz="1600" b="1" dirty="0"/>
              <a:t>3</a:t>
            </a:r>
            <a:endParaRPr lang="en-US" sz="1600" b="1" dirty="0" smtClean="0"/>
          </a:p>
        </p:txBody>
      </p:sp>
      <p:sp>
        <p:nvSpPr>
          <p:cNvPr id="20" name="TextBox 19"/>
          <p:cNvSpPr txBox="1"/>
          <p:nvPr/>
        </p:nvSpPr>
        <p:spPr>
          <a:xfrm>
            <a:off x="7902364" y="5192184"/>
            <a:ext cx="29248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Information in Vacant area:</a:t>
            </a:r>
            <a:endParaRPr lang="en-US" sz="16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10387530" y="5205773"/>
            <a:ext cx="1160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Model: </a:t>
            </a:r>
            <a:r>
              <a:rPr lang="en-US" sz="1400" dirty="0"/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2514" y="3173581"/>
            <a:ext cx="4066655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QR Sticker Quantity: </a:t>
            </a:r>
            <a:r>
              <a:rPr lang="en-US" sz="2000" b="1" dirty="0"/>
              <a:t> </a:t>
            </a:r>
            <a:r>
              <a:rPr lang="en-US" sz="2000" b="1" dirty="0" smtClean="0"/>
              <a:t>300 Nos.</a:t>
            </a:r>
            <a:endParaRPr lang="en-US" sz="2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423458" y="6069802"/>
            <a:ext cx="4066655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QR Sticker Quantity: </a:t>
            </a:r>
            <a:r>
              <a:rPr lang="en-US" sz="2000" b="1" dirty="0"/>
              <a:t> </a:t>
            </a:r>
            <a:r>
              <a:rPr lang="en-US" sz="2000" b="1" dirty="0" smtClean="0"/>
              <a:t>300 Nos.</a:t>
            </a:r>
            <a:endParaRPr lang="en-US" sz="20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409810" y="4627690"/>
            <a:ext cx="4066655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QR Sticker Quantity: </a:t>
            </a:r>
            <a:r>
              <a:rPr lang="en-US" sz="2000" b="1" dirty="0"/>
              <a:t> 5</a:t>
            </a:r>
            <a:r>
              <a:rPr lang="en-US" sz="2000" b="1" dirty="0" smtClean="0"/>
              <a:t>00 Nos.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213737100"/>
      </p:ext>
    </p:extLst>
  </p:cSld>
  <p:clrMapOvr>
    <a:masterClrMapping/>
  </p:clrMapOvr>
</p:sld>
</file>

<file path=ppt/theme/theme1.xml><?xml version="1.0" encoding="utf-8"?>
<a:theme xmlns:a="http://schemas.openxmlformats.org/drawingml/2006/main" name="7_Office Theme">
  <a:themeElements>
    <a:clrScheme name="AIS new color Palette">
      <a:dk1>
        <a:sysClr val="windowText" lastClr="000000"/>
      </a:dk1>
      <a:lt1>
        <a:sysClr val="window" lastClr="FFFFFF"/>
      </a:lt1>
      <a:dk2>
        <a:srgbClr val="8ED8F8"/>
      </a:dk2>
      <a:lt2>
        <a:srgbClr val="D1D3D4"/>
      </a:lt2>
      <a:accent1>
        <a:srgbClr val="1268B3"/>
      </a:accent1>
      <a:accent2>
        <a:srgbClr val="009EDB"/>
      </a:accent2>
      <a:accent3>
        <a:srgbClr val="B72126"/>
      </a:accent3>
      <a:accent4>
        <a:srgbClr val="808285"/>
      </a:accent4>
      <a:accent5>
        <a:srgbClr val="F7941E"/>
      </a:accent5>
      <a:accent6>
        <a:srgbClr val="79A342"/>
      </a:accent6>
      <a:hlink>
        <a:srgbClr val="1268B3"/>
      </a:hlink>
      <a:folHlink>
        <a:srgbClr val="ED1D24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33422</TotalTime>
  <Words>418</Words>
  <Application>Microsoft Office PowerPoint</Application>
  <PresentationFormat>Custom</PresentationFormat>
  <Paragraphs>120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7_Office Theme</vt:lpstr>
      <vt:lpstr>PowerPoint Presentation</vt:lpstr>
      <vt:lpstr>PowerPoint Presentation</vt:lpstr>
      <vt:lpstr>QR Code Sticker Requirements: AL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Niket Kumar</dc:creator>
  <cp:lastModifiedBy>Kanhaiya Jee</cp:lastModifiedBy>
  <cp:revision>4923</cp:revision>
  <dcterms:created xsi:type="dcterms:W3CDTF">2015-12-24T12:01:47Z</dcterms:created>
  <dcterms:modified xsi:type="dcterms:W3CDTF">2021-11-01T05:08:49Z</dcterms:modified>
</cp:coreProperties>
</file>